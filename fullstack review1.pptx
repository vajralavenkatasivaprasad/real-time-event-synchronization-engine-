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16287" y="914227"/>
            <a:ext cx="6460824" cy="483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0555" y="1226314"/>
            <a:ext cx="9664065" cy="3289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9540" y="775715"/>
            <a:ext cx="2936875" cy="944880"/>
          </a:xfrm>
          <a:custGeom>
            <a:avLst/>
            <a:gdLst/>
            <a:ahLst/>
            <a:cxnLst/>
            <a:rect l="l" t="t" r="r" b="b"/>
            <a:pathLst>
              <a:path w="2936875" h="944880">
                <a:moveTo>
                  <a:pt x="2936748" y="582168"/>
                </a:moveTo>
                <a:lnTo>
                  <a:pt x="2916936" y="582168"/>
                </a:lnTo>
                <a:lnTo>
                  <a:pt x="2897124" y="592836"/>
                </a:lnTo>
                <a:lnTo>
                  <a:pt x="2860548" y="592836"/>
                </a:lnTo>
                <a:lnTo>
                  <a:pt x="2820924" y="601980"/>
                </a:lnTo>
                <a:lnTo>
                  <a:pt x="2822448" y="601980"/>
                </a:lnTo>
                <a:lnTo>
                  <a:pt x="2782824" y="611124"/>
                </a:lnTo>
                <a:lnTo>
                  <a:pt x="2746248" y="611124"/>
                </a:lnTo>
                <a:lnTo>
                  <a:pt x="2726436" y="620268"/>
                </a:lnTo>
                <a:lnTo>
                  <a:pt x="2650236" y="620268"/>
                </a:lnTo>
                <a:lnTo>
                  <a:pt x="2610612" y="630936"/>
                </a:lnTo>
                <a:lnTo>
                  <a:pt x="2552700" y="630936"/>
                </a:lnTo>
                <a:lnTo>
                  <a:pt x="2513076" y="640080"/>
                </a:lnTo>
                <a:lnTo>
                  <a:pt x="2159508" y="640080"/>
                </a:lnTo>
                <a:lnTo>
                  <a:pt x="2138172" y="630936"/>
                </a:lnTo>
                <a:lnTo>
                  <a:pt x="2061972" y="630936"/>
                </a:lnTo>
                <a:lnTo>
                  <a:pt x="2022348" y="620268"/>
                </a:lnTo>
                <a:lnTo>
                  <a:pt x="1946148" y="620268"/>
                </a:lnTo>
                <a:lnTo>
                  <a:pt x="1926336" y="611124"/>
                </a:lnTo>
                <a:lnTo>
                  <a:pt x="1889760" y="611124"/>
                </a:lnTo>
                <a:lnTo>
                  <a:pt x="1868424" y="601980"/>
                </a:lnTo>
                <a:lnTo>
                  <a:pt x="1851660" y="601980"/>
                </a:lnTo>
                <a:lnTo>
                  <a:pt x="1812036" y="592836"/>
                </a:lnTo>
                <a:lnTo>
                  <a:pt x="1775460" y="592836"/>
                </a:lnTo>
                <a:lnTo>
                  <a:pt x="1755648" y="582168"/>
                </a:lnTo>
                <a:lnTo>
                  <a:pt x="1719072" y="582168"/>
                </a:lnTo>
                <a:lnTo>
                  <a:pt x="1699260" y="573024"/>
                </a:lnTo>
                <a:lnTo>
                  <a:pt x="1682496" y="573024"/>
                </a:lnTo>
                <a:lnTo>
                  <a:pt x="1662684" y="563880"/>
                </a:lnTo>
                <a:lnTo>
                  <a:pt x="1626108" y="554736"/>
                </a:lnTo>
                <a:lnTo>
                  <a:pt x="1607820" y="554736"/>
                </a:lnTo>
                <a:lnTo>
                  <a:pt x="1588008" y="544068"/>
                </a:lnTo>
                <a:lnTo>
                  <a:pt x="1552956" y="544068"/>
                </a:lnTo>
                <a:lnTo>
                  <a:pt x="1533144" y="536448"/>
                </a:lnTo>
                <a:lnTo>
                  <a:pt x="1534655" y="536448"/>
                </a:lnTo>
                <a:lnTo>
                  <a:pt x="1514856" y="525780"/>
                </a:lnTo>
                <a:lnTo>
                  <a:pt x="1516354" y="536448"/>
                </a:lnTo>
                <a:lnTo>
                  <a:pt x="1496568" y="525780"/>
                </a:lnTo>
                <a:lnTo>
                  <a:pt x="1498092" y="525780"/>
                </a:lnTo>
                <a:lnTo>
                  <a:pt x="1478280" y="516636"/>
                </a:lnTo>
                <a:lnTo>
                  <a:pt x="1461516" y="516636"/>
                </a:lnTo>
                <a:lnTo>
                  <a:pt x="1443228" y="505968"/>
                </a:lnTo>
                <a:lnTo>
                  <a:pt x="1426464" y="505968"/>
                </a:lnTo>
                <a:lnTo>
                  <a:pt x="1406652" y="498348"/>
                </a:lnTo>
                <a:lnTo>
                  <a:pt x="1389888" y="498348"/>
                </a:lnTo>
                <a:lnTo>
                  <a:pt x="1353312" y="478536"/>
                </a:lnTo>
                <a:lnTo>
                  <a:pt x="1336548" y="478536"/>
                </a:lnTo>
                <a:lnTo>
                  <a:pt x="1299972" y="460248"/>
                </a:lnTo>
                <a:lnTo>
                  <a:pt x="1283208" y="460248"/>
                </a:lnTo>
                <a:lnTo>
                  <a:pt x="1264920" y="449580"/>
                </a:lnTo>
                <a:lnTo>
                  <a:pt x="1266444" y="449580"/>
                </a:lnTo>
                <a:lnTo>
                  <a:pt x="1248156" y="440436"/>
                </a:lnTo>
                <a:lnTo>
                  <a:pt x="1229855" y="429768"/>
                </a:lnTo>
                <a:lnTo>
                  <a:pt x="1231392" y="440436"/>
                </a:lnTo>
                <a:lnTo>
                  <a:pt x="1194816" y="422148"/>
                </a:lnTo>
                <a:lnTo>
                  <a:pt x="1196340" y="422148"/>
                </a:lnTo>
                <a:lnTo>
                  <a:pt x="1178052" y="411480"/>
                </a:lnTo>
                <a:lnTo>
                  <a:pt x="1179576" y="411480"/>
                </a:lnTo>
                <a:lnTo>
                  <a:pt x="1143000" y="402336"/>
                </a:lnTo>
                <a:lnTo>
                  <a:pt x="1144524" y="402336"/>
                </a:lnTo>
                <a:lnTo>
                  <a:pt x="1126236" y="391668"/>
                </a:lnTo>
                <a:lnTo>
                  <a:pt x="1127760" y="391668"/>
                </a:lnTo>
                <a:lnTo>
                  <a:pt x="1109472" y="384048"/>
                </a:lnTo>
                <a:lnTo>
                  <a:pt x="1092708" y="384048"/>
                </a:lnTo>
                <a:lnTo>
                  <a:pt x="1040892" y="353568"/>
                </a:lnTo>
                <a:lnTo>
                  <a:pt x="1042416" y="353568"/>
                </a:lnTo>
                <a:lnTo>
                  <a:pt x="1024128" y="345948"/>
                </a:lnTo>
                <a:lnTo>
                  <a:pt x="1025652" y="345948"/>
                </a:lnTo>
                <a:lnTo>
                  <a:pt x="1007364" y="335280"/>
                </a:lnTo>
                <a:lnTo>
                  <a:pt x="992124" y="335280"/>
                </a:lnTo>
                <a:lnTo>
                  <a:pt x="925068" y="297180"/>
                </a:lnTo>
                <a:lnTo>
                  <a:pt x="926592" y="297180"/>
                </a:lnTo>
                <a:lnTo>
                  <a:pt x="908304" y="288036"/>
                </a:lnTo>
                <a:lnTo>
                  <a:pt x="909828" y="288036"/>
                </a:lnTo>
                <a:lnTo>
                  <a:pt x="891540" y="277368"/>
                </a:lnTo>
                <a:lnTo>
                  <a:pt x="893064" y="277368"/>
                </a:lnTo>
                <a:lnTo>
                  <a:pt x="859536" y="259080"/>
                </a:lnTo>
                <a:lnTo>
                  <a:pt x="861060" y="259080"/>
                </a:lnTo>
                <a:lnTo>
                  <a:pt x="810768" y="239268"/>
                </a:lnTo>
                <a:lnTo>
                  <a:pt x="812292" y="239268"/>
                </a:lnTo>
                <a:lnTo>
                  <a:pt x="778764" y="220980"/>
                </a:lnTo>
                <a:lnTo>
                  <a:pt x="780288" y="220980"/>
                </a:lnTo>
                <a:lnTo>
                  <a:pt x="763524" y="211836"/>
                </a:lnTo>
                <a:lnTo>
                  <a:pt x="765048" y="211836"/>
                </a:lnTo>
                <a:lnTo>
                  <a:pt x="731520" y="193548"/>
                </a:lnTo>
                <a:lnTo>
                  <a:pt x="733044" y="193548"/>
                </a:lnTo>
                <a:lnTo>
                  <a:pt x="716280" y="182880"/>
                </a:lnTo>
                <a:lnTo>
                  <a:pt x="717804" y="182880"/>
                </a:lnTo>
                <a:lnTo>
                  <a:pt x="710184" y="173736"/>
                </a:lnTo>
                <a:lnTo>
                  <a:pt x="701040" y="163068"/>
                </a:lnTo>
                <a:lnTo>
                  <a:pt x="701040" y="173736"/>
                </a:lnTo>
                <a:lnTo>
                  <a:pt x="685800" y="163068"/>
                </a:lnTo>
                <a:lnTo>
                  <a:pt x="669036" y="144780"/>
                </a:lnTo>
                <a:lnTo>
                  <a:pt x="670560" y="144780"/>
                </a:lnTo>
                <a:lnTo>
                  <a:pt x="653796" y="135636"/>
                </a:lnTo>
                <a:lnTo>
                  <a:pt x="655320" y="135636"/>
                </a:lnTo>
                <a:lnTo>
                  <a:pt x="638556" y="124968"/>
                </a:lnTo>
                <a:lnTo>
                  <a:pt x="640080" y="124968"/>
                </a:lnTo>
                <a:lnTo>
                  <a:pt x="623316" y="117348"/>
                </a:lnTo>
                <a:lnTo>
                  <a:pt x="624840" y="117348"/>
                </a:lnTo>
                <a:lnTo>
                  <a:pt x="608076" y="106680"/>
                </a:lnTo>
                <a:lnTo>
                  <a:pt x="609600" y="106680"/>
                </a:lnTo>
                <a:lnTo>
                  <a:pt x="592836" y="97536"/>
                </a:lnTo>
                <a:lnTo>
                  <a:pt x="594360" y="97536"/>
                </a:lnTo>
                <a:lnTo>
                  <a:pt x="577596" y="86868"/>
                </a:lnTo>
                <a:lnTo>
                  <a:pt x="579120" y="86868"/>
                </a:lnTo>
                <a:lnTo>
                  <a:pt x="562356" y="79248"/>
                </a:lnTo>
                <a:lnTo>
                  <a:pt x="563880" y="79248"/>
                </a:lnTo>
                <a:lnTo>
                  <a:pt x="548640" y="68580"/>
                </a:lnTo>
                <a:lnTo>
                  <a:pt x="541020" y="59436"/>
                </a:lnTo>
                <a:lnTo>
                  <a:pt x="533387" y="48768"/>
                </a:lnTo>
                <a:lnTo>
                  <a:pt x="533387" y="59423"/>
                </a:lnTo>
                <a:lnTo>
                  <a:pt x="525780" y="48768"/>
                </a:lnTo>
                <a:lnTo>
                  <a:pt x="518160" y="41148"/>
                </a:lnTo>
                <a:lnTo>
                  <a:pt x="518160" y="48768"/>
                </a:lnTo>
                <a:lnTo>
                  <a:pt x="502920" y="30480"/>
                </a:lnTo>
                <a:lnTo>
                  <a:pt x="504444" y="30480"/>
                </a:lnTo>
                <a:lnTo>
                  <a:pt x="473964" y="10668"/>
                </a:lnTo>
                <a:lnTo>
                  <a:pt x="475488" y="10668"/>
                </a:lnTo>
                <a:lnTo>
                  <a:pt x="458724" y="3048"/>
                </a:lnTo>
                <a:lnTo>
                  <a:pt x="460248" y="3048"/>
                </a:lnTo>
                <a:lnTo>
                  <a:pt x="457200" y="0"/>
                </a:lnTo>
                <a:lnTo>
                  <a:pt x="0" y="0"/>
                </a:lnTo>
                <a:lnTo>
                  <a:pt x="3048" y="3048"/>
                </a:lnTo>
                <a:lnTo>
                  <a:pt x="16764" y="10668"/>
                </a:lnTo>
                <a:lnTo>
                  <a:pt x="47244" y="41148"/>
                </a:lnTo>
                <a:lnTo>
                  <a:pt x="60960" y="48768"/>
                </a:lnTo>
                <a:lnTo>
                  <a:pt x="121920" y="106680"/>
                </a:lnTo>
                <a:lnTo>
                  <a:pt x="137160" y="124968"/>
                </a:lnTo>
                <a:lnTo>
                  <a:pt x="166116" y="144780"/>
                </a:lnTo>
                <a:lnTo>
                  <a:pt x="181356" y="163068"/>
                </a:lnTo>
                <a:lnTo>
                  <a:pt x="211836" y="182880"/>
                </a:lnTo>
                <a:lnTo>
                  <a:pt x="228600" y="201168"/>
                </a:lnTo>
                <a:lnTo>
                  <a:pt x="259080" y="220980"/>
                </a:lnTo>
                <a:lnTo>
                  <a:pt x="275844" y="239268"/>
                </a:lnTo>
                <a:lnTo>
                  <a:pt x="291084" y="249936"/>
                </a:lnTo>
                <a:lnTo>
                  <a:pt x="307848" y="259080"/>
                </a:lnTo>
                <a:lnTo>
                  <a:pt x="323088" y="277368"/>
                </a:lnTo>
                <a:lnTo>
                  <a:pt x="356616" y="297180"/>
                </a:lnTo>
                <a:lnTo>
                  <a:pt x="371856" y="307848"/>
                </a:lnTo>
                <a:lnTo>
                  <a:pt x="388620" y="315468"/>
                </a:lnTo>
                <a:lnTo>
                  <a:pt x="422148" y="345948"/>
                </a:lnTo>
                <a:lnTo>
                  <a:pt x="455676" y="364236"/>
                </a:lnTo>
                <a:lnTo>
                  <a:pt x="489204" y="391668"/>
                </a:lnTo>
                <a:lnTo>
                  <a:pt x="541020" y="422148"/>
                </a:lnTo>
                <a:lnTo>
                  <a:pt x="591312" y="460248"/>
                </a:lnTo>
                <a:lnTo>
                  <a:pt x="609600" y="467868"/>
                </a:lnTo>
                <a:lnTo>
                  <a:pt x="626364" y="478536"/>
                </a:lnTo>
                <a:lnTo>
                  <a:pt x="644652" y="487680"/>
                </a:lnTo>
                <a:lnTo>
                  <a:pt x="661416" y="498348"/>
                </a:lnTo>
                <a:lnTo>
                  <a:pt x="751332" y="544068"/>
                </a:lnTo>
                <a:lnTo>
                  <a:pt x="768096" y="554736"/>
                </a:lnTo>
                <a:lnTo>
                  <a:pt x="952500" y="649224"/>
                </a:lnTo>
                <a:lnTo>
                  <a:pt x="970788" y="649224"/>
                </a:lnTo>
                <a:lnTo>
                  <a:pt x="1007364" y="669036"/>
                </a:lnTo>
                <a:lnTo>
                  <a:pt x="1027176" y="678180"/>
                </a:lnTo>
                <a:lnTo>
                  <a:pt x="1045464" y="687324"/>
                </a:lnTo>
                <a:lnTo>
                  <a:pt x="1065276" y="696468"/>
                </a:lnTo>
                <a:lnTo>
                  <a:pt x="1083564" y="696468"/>
                </a:lnTo>
                <a:lnTo>
                  <a:pt x="1103376" y="707136"/>
                </a:lnTo>
                <a:lnTo>
                  <a:pt x="1121664" y="716280"/>
                </a:lnTo>
                <a:lnTo>
                  <a:pt x="1141476" y="725424"/>
                </a:lnTo>
                <a:lnTo>
                  <a:pt x="1159764" y="734568"/>
                </a:lnTo>
                <a:lnTo>
                  <a:pt x="1179576" y="734568"/>
                </a:lnTo>
                <a:lnTo>
                  <a:pt x="1219200" y="754380"/>
                </a:lnTo>
                <a:lnTo>
                  <a:pt x="1237488" y="754380"/>
                </a:lnTo>
                <a:lnTo>
                  <a:pt x="1257300" y="763524"/>
                </a:lnTo>
                <a:lnTo>
                  <a:pt x="1435608" y="821436"/>
                </a:lnTo>
                <a:lnTo>
                  <a:pt x="1455420" y="821436"/>
                </a:lnTo>
                <a:lnTo>
                  <a:pt x="1495044" y="839724"/>
                </a:lnTo>
                <a:lnTo>
                  <a:pt x="1516380" y="839724"/>
                </a:lnTo>
                <a:lnTo>
                  <a:pt x="1556004" y="848868"/>
                </a:lnTo>
                <a:lnTo>
                  <a:pt x="1577340" y="859536"/>
                </a:lnTo>
                <a:lnTo>
                  <a:pt x="1616964" y="868680"/>
                </a:lnTo>
                <a:lnTo>
                  <a:pt x="1638300" y="868680"/>
                </a:lnTo>
                <a:lnTo>
                  <a:pt x="1658112" y="877824"/>
                </a:lnTo>
                <a:lnTo>
                  <a:pt x="1699260" y="877824"/>
                </a:lnTo>
                <a:lnTo>
                  <a:pt x="1720596" y="886968"/>
                </a:lnTo>
                <a:lnTo>
                  <a:pt x="1740408" y="886968"/>
                </a:lnTo>
                <a:lnTo>
                  <a:pt x="1761731" y="897636"/>
                </a:lnTo>
                <a:lnTo>
                  <a:pt x="1802879" y="897636"/>
                </a:lnTo>
                <a:lnTo>
                  <a:pt x="1845551" y="906780"/>
                </a:lnTo>
                <a:lnTo>
                  <a:pt x="1865363" y="906780"/>
                </a:lnTo>
                <a:lnTo>
                  <a:pt x="1929371" y="915924"/>
                </a:lnTo>
                <a:lnTo>
                  <a:pt x="1950720" y="915924"/>
                </a:lnTo>
                <a:lnTo>
                  <a:pt x="1972056" y="925068"/>
                </a:lnTo>
                <a:lnTo>
                  <a:pt x="2013191" y="925068"/>
                </a:lnTo>
                <a:lnTo>
                  <a:pt x="2162556" y="935736"/>
                </a:lnTo>
                <a:lnTo>
                  <a:pt x="2206752" y="935736"/>
                </a:lnTo>
                <a:lnTo>
                  <a:pt x="2228088" y="944880"/>
                </a:lnTo>
                <a:lnTo>
                  <a:pt x="2444483" y="944880"/>
                </a:lnTo>
                <a:lnTo>
                  <a:pt x="2465819" y="935736"/>
                </a:lnTo>
                <a:lnTo>
                  <a:pt x="2531351" y="935736"/>
                </a:lnTo>
                <a:lnTo>
                  <a:pt x="2659380" y="925068"/>
                </a:lnTo>
                <a:lnTo>
                  <a:pt x="2700515" y="925068"/>
                </a:lnTo>
                <a:lnTo>
                  <a:pt x="2721851" y="915924"/>
                </a:lnTo>
                <a:lnTo>
                  <a:pt x="2785859" y="915924"/>
                </a:lnTo>
                <a:lnTo>
                  <a:pt x="2805671" y="906780"/>
                </a:lnTo>
                <a:lnTo>
                  <a:pt x="2869679" y="897636"/>
                </a:lnTo>
                <a:lnTo>
                  <a:pt x="2910827" y="897636"/>
                </a:lnTo>
                <a:lnTo>
                  <a:pt x="2930652" y="886968"/>
                </a:lnTo>
                <a:lnTo>
                  <a:pt x="2936748" y="886968"/>
                </a:lnTo>
                <a:lnTo>
                  <a:pt x="2936748" y="640080"/>
                </a:lnTo>
                <a:lnTo>
                  <a:pt x="2936748" y="582168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56131"/>
            <a:ext cx="753110" cy="4227830"/>
          </a:xfrm>
          <a:custGeom>
            <a:avLst/>
            <a:gdLst/>
            <a:ahLst/>
            <a:cxnLst/>
            <a:rect l="l" t="t" r="r" b="b"/>
            <a:pathLst>
              <a:path w="753110" h="4227830">
                <a:moveTo>
                  <a:pt x="752856" y="2093976"/>
                </a:moveTo>
                <a:lnTo>
                  <a:pt x="751332" y="2068068"/>
                </a:lnTo>
                <a:lnTo>
                  <a:pt x="751332" y="2005584"/>
                </a:lnTo>
                <a:lnTo>
                  <a:pt x="748284" y="1967484"/>
                </a:lnTo>
                <a:lnTo>
                  <a:pt x="748284" y="1941576"/>
                </a:lnTo>
                <a:lnTo>
                  <a:pt x="737616" y="1789176"/>
                </a:lnTo>
                <a:lnTo>
                  <a:pt x="734568" y="1764792"/>
                </a:lnTo>
                <a:lnTo>
                  <a:pt x="734568" y="1751076"/>
                </a:lnTo>
                <a:lnTo>
                  <a:pt x="733031" y="1751076"/>
                </a:lnTo>
                <a:lnTo>
                  <a:pt x="729983" y="1726692"/>
                </a:lnTo>
                <a:lnTo>
                  <a:pt x="729983" y="1712976"/>
                </a:lnTo>
                <a:lnTo>
                  <a:pt x="728472" y="1712976"/>
                </a:lnTo>
                <a:lnTo>
                  <a:pt x="725424" y="1674876"/>
                </a:lnTo>
                <a:lnTo>
                  <a:pt x="719315" y="1636776"/>
                </a:lnTo>
                <a:lnTo>
                  <a:pt x="716267" y="1624584"/>
                </a:lnTo>
                <a:lnTo>
                  <a:pt x="713219" y="1598676"/>
                </a:lnTo>
                <a:lnTo>
                  <a:pt x="708660" y="1560576"/>
                </a:lnTo>
                <a:lnTo>
                  <a:pt x="707136" y="1560576"/>
                </a:lnTo>
                <a:lnTo>
                  <a:pt x="704088" y="1536192"/>
                </a:lnTo>
                <a:lnTo>
                  <a:pt x="699516" y="1522476"/>
                </a:lnTo>
                <a:lnTo>
                  <a:pt x="696468" y="1498092"/>
                </a:lnTo>
                <a:lnTo>
                  <a:pt x="691896" y="1484376"/>
                </a:lnTo>
                <a:lnTo>
                  <a:pt x="688848" y="1446276"/>
                </a:lnTo>
                <a:lnTo>
                  <a:pt x="656844" y="1319784"/>
                </a:lnTo>
                <a:lnTo>
                  <a:pt x="652272" y="1293876"/>
                </a:lnTo>
                <a:lnTo>
                  <a:pt x="646176" y="1269492"/>
                </a:lnTo>
                <a:lnTo>
                  <a:pt x="641604" y="1255776"/>
                </a:lnTo>
                <a:lnTo>
                  <a:pt x="635508" y="1231392"/>
                </a:lnTo>
                <a:lnTo>
                  <a:pt x="630936" y="1217676"/>
                </a:lnTo>
                <a:lnTo>
                  <a:pt x="618744" y="1179576"/>
                </a:lnTo>
                <a:lnTo>
                  <a:pt x="594360" y="1091184"/>
                </a:lnTo>
                <a:lnTo>
                  <a:pt x="588264" y="1078992"/>
                </a:lnTo>
                <a:lnTo>
                  <a:pt x="576072" y="1027176"/>
                </a:lnTo>
                <a:lnTo>
                  <a:pt x="568452" y="1014984"/>
                </a:lnTo>
                <a:lnTo>
                  <a:pt x="562356" y="989076"/>
                </a:lnTo>
                <a:lnTo>
                  <a:pt x="554736" y="976884"/>
                </a:lnTo>
                <a:lnTo>
                  <a:pt x="548640" y="950976"/>
                </a:lnTo>
                <a:lnTo>
                  <a:pt x="533400" y="912876"/>
                </a:lnTo>
                <a:lnTo>
                  <a:pt x="525767" y="900684"/>
                </a:lnTo>
                <a:lnTo>
                  <a:pt x="519684" y="874776"/>
                </a:lnTo>
                <a:lnTo>
                  <a:pt x="512064" y="862584"/>
                </a:lnTo>
                <a:lnTo>
                  <a:pt x="502907" y="836676"/>
                </a:lnTo>
                <a:lnTo>
                  <a:pt x="499872" y="836676"/>
                </a:lnTo>
                <a:lnTo>
                  <a:pt x="472440" y="760476"/>
                </a:lnTo>
                <a:lnTo>
                  <a:pt x="463296" y="748284"/>
                </a:lnTo>
                <a:lnTo>
                  <a:pt x="455676" y="722376"/>
                </a:lnTo>
                <a:lnTo>
                  <a:pt x="437388" y="684276"/>
                </a:lnTo>
                <a:lnTo>
                  <a:pt x="429755" y="672084"/>
                </a:lnTo>
                <a:lnTo>
                  <a:pt x="387096" y="583692"/>
                </a:lnTo>
                <a:lnTo>
                  <a:pt x="356603" y="531876"/>
                </a:lnTo>
                <a:lnTo>
                  <a:pt x="345948" y="507492"/>
                </a:lnTo>
                <a:lnTo>
                  <a:pt x="336791" y="493776"/>
                </a:lnTo>
                <a:lnTo>
                  <a:pt x="326136" y="469392"/>
                </a:lnTo>
                <a:lnTo>
                  <a:pt x="316992" y="457200"/>
                </a:lnTo>
                <a:lnTo>
                  <a:pt x="306324" y="443484"/>
                </a:lnTo>
                <a:lnTo>
                  <a:pt x="297180" y="419100"/>
                </a:lnTo>
                <a:lnTo>
                  <a:pt x="265176" y="367284"/>
                </a:lnTo>
                <a:lnTo>
                  <a:pt x="243827" y="342900"/>
                </a:lnTo>
                <a:lnTo>
                  <a:pt x="211836" y="278892"/>
                </a:lnTo>
                <a:lnTo>
                  <a:pt x="199644" y="266700"/>
                </a:lnTo>
                <a:lnTo>
                  <a:pt x="178308" y="228600"/>
                </a:lnTo>
                <a:lnTo>
                  <a:pt x="155448" y="202692"/>
                </a:lnTo>
                <a:lnTo>
                  <a:pt x="137160" y="176784"/>
                </a:lnTo>
                <a:lnTo>
                  <a:pt x="131064" y="164592"/>
                </a:lnTo>
                <a:lnTo>
                  <a:pt x="108204" y="138684"/>
                </a:lnTo>
                <a:lnTo>
                  <a:pt x="83820" y="100584"/>
                </a:lnTo>
                <a:lnTo>
                  <a:pt x="71615" y="88392"/>
                </a:lnTo>
                <a:lnTo>
                  <a:pt x="47231" y="50292"/>
                </a:lnTo>
                <a:lnTo>
                  <a:pt x="22847" y="24384"/>
                </a:lnTo>
                <a:lnTo>
                  <a:pt x="9131" y="0"/>
                </a:lnTo>
                <a:lnTo>
                  <a:pt x="0" y="0"/>
                </a:lnTo>
                <a:lnTo>
                  <a:pt x="0" y="507492"/>
                </a:lnTo>
                <a:lnTo>
                  <a:pt x="9131" y="531876"/>
                </a:lnTo>
                <a:lnTo>
                  <a:pt x="7607" y="531876"/>
                </a:lnTo>
                <a:lnTo>
                  <a:pt x="18275" y="545592"/>
                </a:lnTo>
                <a:lnTo>
                  <a:pt x="27419" y="557784"/>
                </a:lnTo>
                <a:lnTo>
                  <a:pt x="45707" y="595884"/>
                </a:lnTo>
                <a:lnTo>
                  <a:pt x="45707" y="583692"/>
                </a:lnTo>
                <a:lnTo>
                  <a:pt x="64008" y="621792"/>
                </a:lnTo>
                <a:lnTo>
                  <a:pt x="91440" y="672084"/>
                </a:lnTo>
                <a:lnTo>
                  <a:pt x="89916" y="672084"/>
                </a:lnTo>
                <a:lnTo>
                  <a:pt x="117348" y="722376"/>
                </a:lnTo>
                <a:lnTo>
                  <a:pt x="115824" y="722376"/>
                </a:lnTo>
                <a:lnTo>
                  <a:pt x="134112" y="760476"/>
                </a:lnTo>
                <a:lnTo>
                  <a:pt x="132588" y="760476"/>
                </a:lnTo>
                <a:lnTo>
                  <a:pt x="141732" y="774192"/>
                </a:lnTo>
                <a:lnTo>
                  <a:pt x="141732" y="760476"/>
                </a:lnTo>
                <a:lnTo>
                  <a:pt x="149352" y="786384"/>
                </a:lnTo>
                <a:lnTo>
                  <a:pt x="158496" y="798576"/>
                </a:lnTo>
                <a:lnTo>
                  <a:pt x="156972" y="798576"/>
                </a:lnTo>
                <a:lnTo>
                  <a:pt x="166116" y="824484"/>
                </a:lnTo>
                <a:lnTo>
                  <a:pt x="173736" y="836676"/>
                </a:lnTo>
                <a:lnTo>
                  <a:pt x="211836" y="926592"/>
                </a:lnTo>
                <a:lnTo>
                  <a:pt x="210312" y="912876"/>
                </a:lnTo>
                <a:lnTo>
                  <a:pt x="233172" y="976884"/>
                </a:lnTo>
                <a:lnTo>
                  <a:pt x="231648" y="976884"/>
                </a:lnTo>
                <a:lnTo>
                  <a:pt x="246888" y="1002792"/>
                </a:lnTo>
                <a:lnTo>
                  <a:pt x="245364" y="1002792"/>
                </a:lnTo>
                <a:lnTo>
                  <a:pt x="252984" y="1027176"/>
                </a:lnTo>
                <a:lnTo>
                  <a:pt x="259080" y="1040892"/>
                </a:lnTo>
                <a:lnTo>
                  <a:pt x="266700" y="1065276"/>
                </a:lnTo>
                <a:lnTo>
                  <a:pt x="265176" y="1065276"/>
                </a:lnTo>
                <a:lnTo>
                  <a:pt x="272796" y="1078992"/>
                </a:lnTo>
                <a:lnTo>
                  <a:pt x="284988" y="1117092"/>
                </a:lnTo>
                <a:lnTo>
                  <a:pt x="297180" y="1141476"/>
                </a:lnTo>
                <a:lnTo>
                  <a:pt x="303276" y="1167384"/>
                </a:lnTo>
                <a:lnTo>
                  <a:pt x="301752" y="1167384"/>
                </a:lnTo>
                <a:lnTo>
                  <a:pt x="320040" y="1217676"/>
                </a:lnTo>
                <a:lnTo>
                  <a:pt x="324612" y="1243584"/>
                </a:lnTo>
                <a:lnTo>
                  <a:pt x="330708" y="1255776"/>
                </a:lnTo>
                <a:lnTo>
                  <a:pt x="335280" y="1281684"/>
                </a:lnTo>
                <a:lnTo>
                  <a:pt x="335280" y="1269492"/>
                </a:lnTo>
                <a:lnTo>
                  <a:pt x="341376" y="1293876"/>
                </a:lnTo>
                <a:lnTo>
                  <a:pt x="339852" y="1293876"/>
                </a:lnTo>
                <a:lnTo>
                  <a:pt x="345948" y="1307592"/>
                </a:lnTo>
                <a:lnTo>
                  <a:pt x="377952" y="1446276"/>
                </a:lnTo>
                <a:lnTo>
                  <a:pt x="390144" y="1498092"/>
                </a:lnTo>
                <a:lnTo>
                  <a:pt x="388620" y="1498092"/>
                </a:lnTo>
                <a:lnTo>
                  <a:pt x="393192" y="1522476"/>
                </a:lnTo>
                <a:lnTo>
                  <a:pt x="396240" y="1536192"/>
                </a:lnTo>
                <a:lnTo>
                  <a:pt x="400812" y="1560576"/>
                </a:lnTo>
                <a:lnTo>
                  <a:pt x="403860" y="1574292"/>
                </a:lnTo>
                <a:lnTo>
                  <a:pt x="403860" y="1560576"/>
                </a:lnTo>
                <a:lnTo>
                  <a:pt x="409956" y="1612392"/>
                </a:lnTo>
                <a:lnTo>
                  <a:pt x="409956" y="1598676"/>
                </a:lnTo>
                <a:lnTo>
                  <a:pt x="416052" y="1650492"/>
                </a:lnTo>
                <a:lnTo>
                  <a:pt x="416052" y="1636776"/>
                </a:lnTo>
                <a:lnTo>
                  <a:pt x="422148" y="1688592"/>
                </a:lnTo>
                <a:lnTo>
                  <a:pt x="422148" y="1674876"/>
                </a:lnTo>
                <a:lnTo>
                  <a:pt x="425183" y="1712976"/>
                </a:lnTo>
                <a:lnTo>
                  <a:pt x="426707" y="1726692"/>
                </a:lnTo>
                <a:lnTo>
                  <a:pt x="426707" y="1712976"/>
                </a:lnTo>
                <a:lnTo>
                  <a:pt x="429755" y="1751076"/>
                </a:lnTo>
                <a:lnTo>
                  <a:pt x="431279" y="1764792"/>
                </a:lnTo>
                <a:lnTo>
                  <a:pt x="431279" y="1751076"/>
                </a:lnTo>
                <a:lnTo>
                  <a:pt x="434340" y="1789176"/>
                </a:lnTo>
                <a:lnTo>
                  <a:pt x="438912" y="1839468"/>
                </a:lnTo>
                <a:lnTo>
                  <a:pt x="441960" y="1865376"/>
                </a:lnTo>
                <a:lnTo>
                  <a:pt x="440436" y="1865376"/>
                </a:lnTo>
                <a:lnTo>
                  <a:pt x="443484" y="1877568"/>
                </a:lnTo>
                <a:lnTo>
                  <a:pt x="441960" y="1877568"/>
                </a:lnTo>
                <a:lnTo>
                  <a:pt x="448056" y="1953768"/>
                </a:lnTo>
                <a:lnTo>
                  <a:pt x="448056" y="1979676"/>
                </a:lnTo>
                <a:lnTo>
                  <a:pt x="449580" y="1991868"/>
                </a:lnTo>
                <a:lnTo>
                  <a:pt x="449580" y="2017776"/>
                </a:lnTo>
                <a:lnTo>
                  <a:pt x="451104" y="2029968"/>
                </a:lnTo>
                <a:lnTo>
                  <a:pt x="451104" y="2196084"/>
                </a:lnTo>
                <a:lnTo>
                  <a:pt x="449580" y="2208276"/>
                </a:lnTo>
                <a:lnTo>
                  <a:pt x="449580" y="2234184"/>
                </a:lnTo>
                <a:lnTo>
                  <a:pt x="448056" y="2246376"/>
                </a:lnTo>
                <a:lnTo>
                  <a:pt x="448056" y="2272284"/>
                </a:lnTo>
                <a:lnTo>
                  <a:pt x="441960" y="2348484"/>
                </a:lnTo>
                <a:lnTo>
                  <a:pt x="443484" y="2348484"/>
                </a:lnTo>
                <a:lnTo>
                  <a:pt x="440436" y="2360676"/>
                </a:lnTo>
                <a:lnTo>
                  <a:pt x="441960" y="2360676"/>
                </a:lnTo>
                <a:lnTo>
                  <a:pt x="437388" y="2398776"/>
                </a:lnTo>
                <a:lnTo>
                  <a:pt x="435864" y="2436876"/>
                </a:lnTo>
                <a:lnTo>
                  <a:pt x="435864" y="2424684"/>
                </a:lnTo>
                <a:lnTo>
                  <a:pt x="434340" y="2436876"/>
                </a:lnTo>
                <a:lnTo>
                  <a:pt x="431292" y="2474976"/>
                </a:lnTo>
                <a:lnTo>
                  <a:pt x="431279" y="2462784"/>
                </a:lnTo>
                <a:lnTo>
                  <a:pt x="429755" y="2474976"/>
                </a:lnTo>
                <a:lnTo>
                  <a:pt x="426745" y="2512568"/>
                </a:lnTo>
                <a:lnTo>
                  <a:pt x="426707" y="2501138"/>
                </a:lnTo>
                <a:lnTo>
                  <a:pt x="426339" y="2501138"/>
                </a:lnTo>
                <a:lnTo>
                  <a:pt x="426339" y="2512568"/>
                </a:lnTo>
                <a:lnTo>
                  <a:pt x="425589" y="2512568"/>
                </a:lnTo>
                <a:lnTo>
                  <a:pt x="425589" y="2525268"/>
                </a:lnTo>
                <a:lnTo>
                  <a:pt x="425183" y="2525268"/>
                </a:lnTo>
                <a:lnTo>
                  <a:pt x="425183" y="2513076"/>
                </a:lnTo>
                <a:lnTo>
                  <a:pt x="419100" y="2563368"/>
                </a:lnTo>
                <a:lnTo>
                  <a:pt x="419100" y="2551176"/>
                </a:lnTo>
                <a:lnTo>
                  <a:pt x="413004" y="2601468"/>
                </a:lnTo>
                <a:lnTo>
                  <a:pt x="413004" y="2589276"/>
                </a:lnTo>
                <a:lnTo>
                  <a:pt x="409956" y="2627376"/>
                </a:lnTo>
                <a:lnTo>
                  <a:pt x="409956" y="2615184"/>
                </a:lnTo>
                <a:lnTo>
                  <a:pt x="403860" y="2665476"/>
                </a:lnTo>
                <a:lnTo>
                  <a:pt x="403860" y="2653284"/>
                </a:lnTo>
                <a:lnTo>
                  <a:pt x="396227" y="2703576"/>
                </a:lnTo>
                <a:lnTo>
                  <a:pt x="396227" y="2691384"/>
                </a:lnTo>
                <a:lnTo>
                  <a:pt x="393192" y="2703576"/>
                </a:lnTo>
                <a:lnTo>
                  <a:pt x="388620" y="2729484"/>
                </a:lnTo>
                <a:lnTo>
                  <a:pt x="390144" y="2729484"/>
                </a:lnTo>
                <a:lnTo>
                  <a:pt x="377952" y="2779776"/>
                </a:lnTo>
                <a:lnTo>
                  <a:pt x="345948" y="2919984"/>
                </a:lnTo>
                <a:lnTo>
                  <a:pt x="339852" y="2932176"/>
                </a:lnTo>
                <a:lnTo>
                  <a:pt x="341376" y="2932176"/>
                </a:lnTo>
                <a:lnTo>
                  <a:pt x="335280" y="2958084"/>
                </a:lnTo>
                <a:lnTo>
                  <a:pt x="330695" y="2970276"/>
                </a:lnTo>
                <a:lnTo>
                  <a:pt x="324599" y="2982468"/>
                </a:lnTo>
                <a:lnTo>
                  <a:pt x="320027" y="3008376"/>
                </a:lnTo>
                <a:lnTo>
                  <a:pt x="301739" y="3058668"/>
                </a:lnTo>
                <a:lnTo>
                  <a:pt x="303263" y="3058668"/>
                </a:lnTo>
                <a:lnTo>
                  <a:pt x="291084" y="3096768"/>
                </a:lnTo>
                <a:lnTo>
                  <a:pt x="278892" y="3122676"/>
                </a:lnTo>
                <a:lnTo>
                  <a:pt x="272796" y="3147060"/>
                </a:lnTo>
                <a:lnTo>
                  <a:pt x="265163" y="3160776"/>
                </a:lnTo>
                <a:lnTo>
                  <a:pt x="266700" y="3160776"/>
                </a:lnTo>
                <a:lnTo>
                  <a:pt x="259080" y="3185160"/>
                </a:lnTo>
                <a:lnTo>
                  <a:pt x="252984" y="3198876"/>
                </a:lnTo>
                <a:lnTo>
                  <a:pt x="245351" y="3223260"/>
                </a:lnTo>
                <a:lnTo>
                  <a:pt x="246875" y="3223260"/>
                </a:lnTo>
                <a:lnTo>
                  <a:pt x="231648" y="3249168"/>
                </a:lnTo>
                <a:lnTo>
                  <a:pt x="233172" y="3249168"/>
                </a:lnTo>
                <a:lnTo>
                  <a:pt x="210312" y="3313176"/>
                </a:lnTo>
                <a:lnTo>
                  <a:pt x="204216" y="3313176"/>
                </a:lnTo>
                <a:lnTo>
                  <a:pt x="173736" y="3389376"/>
                </a:lnTo>
                <a:lnTo>
                  <a:pt x="166116" y="3401568"/>
                </a:lnTo>
                <a:lnTo>
                  <a:pt x="156972" y="3427476"/>
                </a:lnTo>
                <a:lnTo>
                  <a:pt x="158496" y="3427476"/>
                </a:lnTo>
                <a:lnTo>
                  <a:pt x="149352" y="3439668"/>
                </a:lnTo>
                <a:lnTo>
                  <a:pt x="141732" y="3465576"/>
                </a:lnTo>
                <a:lnTo>
                  <a:pt x="134112" y="3465576"/>
                </a:lnTo>
                <a:lnTo>
                  <a:pt x="115824" y="3503676"/>
                </a:lnTo>
                <a:lnTo>
                  <a:pt x="117348" y="3503676"/>
                </a:lnTo>
                <a:lnTo>
                  <a:pt x="108204" y="3528060"/>
                </a:lnTo>
                <a:lnTo>
                  <a:pt x="89916" y="3553968"/>
                </a:lnTo>
                <a:lnTo>
                  <a:pt x="91440" y="3553968"/>
                </a:lnTo>
                <a:lnTo>
                  <a:pt x="82296" y="3579876"/>
                </a:lnTo>
                <a:lnTo>
                  <a:pt x="54864" y="3617976"/>
                </a:lnTo>
                <a:lnTo>
                  <a:pt x="18288" y="3694176"/>
                </a:lnTo>
                <a:lnTo>
                  <a:pt x="9144" y="3694176"/>
                </a:lnTo>
                <a:lnTo>
                  <a:pt x="0" y="3718560"/>
                </a:lnTo>
                <a:lnTo>
                  <a:pt x="0" y="4227576"/>
                </a:lnTo>
                <a:lnTo>
                  <a:pt x="9144" y="4227576"/>
                </a:lnTo>
                <a:lnTo>
                  <a:pt x="22860" y="4201668"/>
                </a:lnTo>
                <a:lnTo>
                  <a:pt x="35052" y="4189476"/>
                </a:lnTo>
                <a:lnTo>
                  <a:pt x="59436" y="4151376"/>
                </a:lnTo>
                <a:lnTo>
                  <a:pt x="71628" y="4151376"/>
                </a:lnTo>
                <a:lnTo>
                  <a:pt x="120396" y="4075176"/>
                </a:lnTo>
                <a:lnTo>
                  <a:pt x="131064" y="4061460"/>
                </a:lnTo>
                <a:lnTo>
                  <a:pt x="143256" y="4037076"/>
                </a:lnTo>
                <a:lnTo>
                  <a:pt x="155448" y="4037076"/>
                </a:lnTo>
                <a:lnTo>
                  <a:pt x="166116" y="4011168"/>
                </a:lnTo>
                <a:lnTo>
                  <a:pt x="178308" y="3998976"/>
                </a:lnTo>
                <a:lnTo>
                  <a:pt x="199644" y="3960876"/>
                </a:lnTo>
                <a:lnTo>
                  <a:pt x="211836" y="3947160"/>
                </a:lnTo>
                <a:lnTo>
                  <a:pt x="254508" y="3870960"/>
                </a:lnTo>
                <a:lnTo>
                  <a:pt x="275844" y="3846576"/>
                </a:lnTo>
                <a:lnTo>
                  <a:pt x="297180" y="3808476"/>
                </a:lnTo>
                <a:lnTo>
                  <a:pt x="306324" y="3782568"/>
                </a:lnTo>
                <a:lnTo>
                  <a:pt x="316992" y="3770376"/>
                </a:lnTo>
                <a:lnTo>
                  <a:pt x="326123" y="3756660"/>
                </a:lnTo>
                <a:lnTo>
                  <a:pt x="336804" y="3732276"/>
                </a:lnTo>
                <a:lnTo>
                  <a:pt x="345948" y="3718560"/>
                </a:lnTo>
                <a:lnTo>
                  <a:pt x="356603" y="3694176"/>
                </a:lnTo>
                <a:lnTo>
                  <a:pt x="393192" y="3617976"/>
                </a:lnTo>
                <a:lnTo>
                  <a:pt x="420624" y="3579876"/>
                </a:lnTo>
                <a:lnTo>
                  <a:pt x="429768" y="3553968"/>
                </a:lnTo>
                <a:lnTo>
                  <a:pt x="437375" y="3541776"/>
                </a:lnTo>
                <a:lnTo>
                  <a:pt x="455676" y="3503676"/>
                </a:lnTo>
                <a:lnTo>
                  <a:pt x="463296" y="3477768"/>
                </a:lnTo>
                <a:lnTo>
                  <a:pt x="472427" y="3465576"/>
                </a:lnTo>
                <a:lnTo>
                  <a:pt x="502920" y="3389376"/>
                </a:lnTo>
                <a:lnTo>
                  <a:pt x="512051" y="3363468"/>
                </a:lnTo>
                <a:lnTo>
                  <a:pt x="519671" y="3351276"/>
                </a:lnTo>
                <a:lnTo>
                  <a:pt x="525780" y="3325368"/>
                </a:lnTo>
                <a:lnTo>
                  <a:pt x="548627" y="3275076"/>
                </a:lnTo>
                <a:lnTo>
                  <a:pt x="554723" y="3249168"/>
                </a:lnTo>
                <a:lnTo>
                  <a:pt x="559295" y="3236976"/>
                </a:lnTo>
                <a:lnTo>
                  <a:pt x="562356" y="3236976"/>
                </a:lnTo>
                <a:lnTo>
                  <a:pt x="568452" y="3211068"/>
                </a:lnTo>
                <a:lnTo>
                  <a:pt x="576072" y="3198876"/>
                </a:lnTo>
                <a:lnTo>
                  <a:pt x="582168" y="3172968"/>
                </a:lnTo>
                <a:lnTo>
                  <a:pt x="630923" y="3008376"/>
                </a:lnTo>
                <a:lnTo>
                  <a:pt x="635508" y="2996184"/>
                </a:lnTo>
                <a:lnTo>
                  <a:pt x="641604" y="2970276"/>
                </a:lnTo>
                <a:lnTo>
                  <a:pt x="646163" y="2958084"/>
                </a:lnTo>
                <a:lnTo>
                  <a:pt x="652259" y="2932176"/>
                </a:lnTo>
                <a:lnTo>
                  <a:pt x="656844" y="2919984"/>
                </a:lnTo>
                <a:lnTo>
                  <a:pt x="661416" y="2894076"/>
                </a:lnTo>
                <a:lnTo>
                  <a:pt x="688848" y="2779776"/>
                </a:lnTo>
                <a:lnTo>
                  <a:pt x="691896" y="2741676"/>
                </a:lnTo>
                <a:lnTo>
                  <a:pt x="696468" y="2729484"/>
                </a:lnTo>
                <a:lnTo>
                  <a:pt x="699516" y="2703576"/>
                </a:lnTo>
                <a:lnTo>
                  <a:pt x="702564" y="2703576"/>
                </a:lnTo>
                <a:lnTo>
                  <a:pt x="704075" y="2691384"/>
                </a:lnTo>
                <a:lnTo>
                  <a:pt x="708660" y="2665476"/>
                </a:lnTo>
                <a:lnTo>
                  <a:pt x="710171" y="2639568"/>
                </a:lnTo>
                <a:lnTo>
                  <a:pt x="713219" y="2627376"/>
                </a:lnTo>
                <a:lnTo>
                  <a:pt x="716267" y="2601468"/>
                </a:lnTo>
                <a:lnTo>
                  <a:pt x="722363" y="2563368"/>
                </a:lnTo>
                <a:lnTo>
                  <a:pt x="725424" y="2551176"/>
                </a:lnTo>
                <a:lnTo>
                  <a:pt x="728472" y="2525268"/>
                </a:lnTo>
                <a:lnTo>
                  <a:pt x="728472" y="2513076"/>
                </a:lnTo>
                <a:lnTo>
                  <a:pt x="729983" y="2513076"/>
                </a:lnTo>
                <a:lnTo>
                  <a:pt x="729983" y="2500884"/>
                </a:lnTo>
                <a:lnTo>
                  <a:pt x="733031" y="2474976"/>
                </a:lnTo>
                <a:lnTo>
                  <a:pt x="734568" y="2474976"/>
                </a:lnTo>
                <a:lnTo>
                  <a:pt x="734568" y="2462784"/>
                </a:lnTo>
                <a:lnTo>
                  <a:pt x="737616" y="2436876"/>
                </a:lnTo>
                <a:lnTo>
                  <a:pt x="748284" y="2284476"/>
                </a:lnTo>
                <a:lnTo>
                  <a:pt x="748284" y="2258568"/>
                </a:lnTo>
                <a:lnTo>
                  <a:pt x="751332" y="2220468"/>
                </a:lnTo>
                <a:lnTo>
                  <a:pt x="751332" y="2157984"/>
                </a:lnTo>
                <a:lnTo>
                  <a:pt x="752856" y="2132076"/>
                </a:lnTo>
                <a:lnTo>
                  <a:pt x="752856" y="2093976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1920" y="1001268"/>
            <a:ext cx="2609087" cy="6309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05523" y="1715382"/>
            <a:ext cx="8229600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20" b="1">
                <a:latin typeface="Cambria"/>
                <a:cs typeface="Cambria"/>
              </a:rPr>
              <a:t>Vel</a:t>
            </a:r>
            <a:r>
              <a:rPr dirty="0" sz="1850" spc="-85" b="1">
                <a:latin typeface="Cambria"/>
                <a:cs typeface="Cambria"/>
              </a:rPr>
              <a:t> </a:t>
            </a:r>
            <a:r>
              <a:rPr dirty="0" sz="1850" spc="-10" b="1">
                <a:latin typeface="Cambria"/>
                <a:cs typeface="Cambria"/>
              </a:rPr>
              <a:t>Tech</a:t>
            </a:r>
            <a:r>
              <a:rPr dirty="0" sz="1850" spc="-4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Rangarajan</a:t>
            </a:r>
            <a:r>
              <a:rPr dirty="0" sz="1850" spc="-25" b="1">
                <a:latin typeface="Cambria"/>
                <a:cs typeface="Cambria"/>
              </a:rPr>
              <a:t> </a:t>
            </a:r>
            <a:r>
              <a:rPr dirty="0" sz="1850" spc="-20" b="1">
                <a:latin typeface="Cambria"/>
                <a:cs typeface="Cambria"/>
              </a:rPr>
              <a:t>Dr.</a:t>
            </a:r>
            <a:r>
              <a:rPr dirty="0" sz="1850" spc="-70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Sagunthala</a:t>
            </a:r>
            <a:r>
              <a:rPr dirty="0" sz="1850" spc="-60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R&amp;D</a:t>
            </a:r>
            <a:r>
              <a:rPr dirty="0" sz="1850" spc="-30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Institute</a:t>
            </a:r>
            <a:r>
              <a:rPr dirty="0" sz="1850" spc="-5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of</a:t>
            </a:r>
            <a:r>
              <a:rPr dirty="0" sz="1850" spc="-2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Science</a:t>
            </a:r>
            <a:r>
              <a:rPr dirty="0" sz="1850" spc="-5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and</a:t>
            </a:r>
            <a:r>
              <a:rPr dirty="0" sz="1850" spc="-30" b="1">
                <a:latin typeface="Cambria"/>
                <a:cs typeface="Cambria"/>
              </a:rPr>
              <a:t> </a:t>
            </a:r>
            <a:r>
              <a:rPr dirty="0" sz="1850" spc="-10" b="1">
                <a:latin typeface="Cambria"/>
                <a:cs typeface="Cambria"/>
              </a:rPr>
              <a:t>Technology</a:t>
            </a:r>
            <a:endParaRPr sz="1850">
              <a:latin typeface="Cambria"/>
              <a:cs typeface="Cambri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179862" y="1996038"/>
            <a:ext cx="251015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dirty="0" sz="2100" spc="-6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10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dirty="0" sz="2100" spc="-75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dirty="0" sz="2100" spc="-1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2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21347" y="2219178"/>
            <a:ext cx="7577455" cy="2830195"/>
          </a:xfrm>
          <a:prstGeom prst="rect">
            <a:avLst/>
          </a:prstGeom>
        </p:spPr>
        <p:txBody>
          <a:bodyPr wrap="square" lIns="0" tIns="113664" rIns="0" bIns="0" rtlCol="0" vert="horz">
            <a:spAutoFit/>
          </a:bodyPr>
          <a:lstStyle/>
          <a:p>
            <a:pPr algn="ctr" marL="475615">
              <a:lnSpc>
                <a:spcPct val="100000"/>
              </a:lnSpc>
              <a:spcBef>
                <a:spcPts val="894"/>
              </a:spcBef>
            </a:pPr>
            <a:r>
              <a:rPr dirty="0" sz="1850" b="1">
                <a:latin typeface="Cambria"/>
                <a:cs typeface="Cambria"/>
              </a:rPr>
              <a:t>Department</a:t>
            </a:r>
            <a:r>
              <a:rPr dirty="0" sz="1850" spc="-30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of</a:t>
            </a:r>
            <a:r>
              <a:rPr dirty="0" sz="1850" spc="-2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Computer</a:t>
            </a:r>
            <a:r>
              <a:rPr dirty="0" sz="1850" spc="-1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Science</a:t>
            </a:r>
            <a:r>
              <a:rPr dirty="0" sz="1850" spc="-35" b="1">
                <a:latin typeface="Cambria"/>
                <a:cs typeface="Cambria"/>
              </a:rPr>
              <a:t> </a:t>
            </a:r>
            <a:r>
              <a:rPr dirty="0" sz="1850" b="1">
                <a:latin typeface="Cambria"/>
                <a:cs typeface="Cambria"/>
              </a:rPr>
              <a:t>and</a:t>
            </a:r>
            <a:r>
              <a:rPr dirty="0" sz="1850" spc="-10" b="1">
                <a:latin typeface="Cambria"/>
                <a:cs typeface="Cambria"/>
              </a:rPr>
              <a:t> Engineering</a:t>
            </a:r>
            <a:endParaRPr sz="1850">
              <a:latin typeface="Cambria"/>
              <a:cs typeface="Cambria"/>
            </a:endParaRPr>
          </a:p>
          <a:p>
            <a:pPr algn="ctr" marL="458470">
              <a:lnSpc>
                <a:spcPct val="100000"/>
              </a:lnSpc>
              <a:spcBef>
                <a:spcPts val="680"/>
              </a:spcBef>
            </a:pPr>
            <a:r>
              <a:rPr dirty="0" sz="1600" spc="114" b="1">
                <a:solidFill>
                  <a:srgbClr val="0033CC"/>
                </a:solidFill>
                <a:latin typeface="Cambria"/>
                <a:cs typeface="Cambria"/>
              </a:rPr>
              <a:t>10211</a:t>
            </a:r>
            <a:r>
              <a:rPr dirty="0" sz="1600" spc="-20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80" b="1">
                <a:solidFill>
                  <a:srgbClr val="0033CC"/>
                </a:solidFill>
                <a:latin typeface="Cambria"/>
                <a:cs typeface="Cambria"/>
              </a:rPr>
              <a:t>CS</a:t>
            </a:r>
            <a:r>
              <a:rPr dirty="0" sz="1600" spc="-19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90" b="1">
                <a:solidFill>
                  <a:srgbClr val="0033CC"/>
                </a:solidFill>
                <a:latin typeface="Cambria"/>
                <a:cs typeface="Cambria"/>
              </a:rPr>
              <a:t>224</a:t>
            </a:r>
            <a:r>
              <a:rPr dirty="0" sz="1600" spc="37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dirty="0" sz="1600" spc="40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100" b="1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dirty="0" sz="1600" spc="39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-10" b="1">
                <a:solidFill>
                  <a:srgbClr val="0033CC"/>
                </a:solidFill>
                <a:latin typeface="Cambria"/>
                <a:cs typeface="Cambria"/>
              </a:rPr>
              <a:t>S</a:t>
            </a:r>
            <a:r>
              <a:rPr dirty="0" sz="1600" spc="-15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-20" b="1">
                <a:solidFill>
                  <a:srgbClr val="0033CC"/>
                </a:solidFill>
                <a:latin typeface="Cambria"/>
                <a:cs typeface="Cambria"/>
              </a:rPr>
              <a:t>T</a:t>
            </a:r>
            <a:r>
              <a:rPr dirty="0" sz="1600" spc="-14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0033CC"/>
                </a:solidFill>
                <a:latin typeface="Cambria"/>
                <a:cs typeface="Cambria"/>
              </a:rPr>
              <a:t>A</a:t>
            </a:r>
            <a:r>
              <a:rPr dirty="0" sz="1600" spc="-14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0033CC"/>
                </a:solidFill>
                <a:latin typeface="Cambria"/>
                <a:cs typeface="Cambria"/>
              </a:rPr>
              <a:t>C</a:t>
            </a:r>
            <a:r>
              <a:rPr dirty="0" sz="1600" spc="-150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0033CC"/>
                </a:solidFill>
                <a:latin typeface="Cambria"/>
                <a:cs typeface="Cambria"/>
              </a:rPr>
              <a:t>K</a:t>
            </a:r>
            <a:r>
              <a:rPr dirty="0" sz="1600" spc="434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110" b="1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dirty="0" sz="1600" spc="375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140" b="1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dirty="0" sz="1600" spc="409" b="1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dirty="0" sz="1600" spc="65" b="1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1600">
              <a:latin typeface="Cambria"/>
              <a:cs typeface="Cambria"/>
            </a:endParaRPr>
          </a:p>
          <a:p>
            <a:pPr algn="ctr" marL="481965">
              <a:lnSpc>
                <a:spcPct val="100000"/>
              </a:lnSpc>
              <a:spcBef>
                <a:spcPts val="844"/>
              </a:spcBef>
            </a:pP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dirty="0" sz="2100" spc="-8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REVIEW</a:t>
            </a:r>
            <a:r>
              <a:rPr dirty="0" sz="2100" spc="-8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:</a:t>
            </a:r>
            <a:r>
              <a:rPr dirty="0" sz="2100" spc="-4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MILESTONE</a:t>
            </a:r>
            <a:r>
              <a:rPr dirty="0" sz="2100" spc="-5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PROJECT</a:t>
            </a:r>
            <a:r>
              <a:rPr dirty="0" sz="2100" spc="-5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–</a:t>
            </a:r>
            <a:r>
              <a:rPr dirty="0" sz="2100" spc="-70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spc="-50" b="1">
                <a:solidFill>
                  <a:srgbClr val="BF0000"/>
                </a:solidFill>
                <a:latin typeface="Arial"/>
                <a:cs typeface="Arial"/>
              </a:rPr>
              <a:t>1</a:t>
            </a:r>
            <a:endParaRPr sz="2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2100">
              <a:latin typeface="Arial"/>
              <a:cs typeface="Arial"/>
            </a:endParaRPr>
          </a:p>
          <a:p>
            <a:pPr algn="ctr" marL="474345">
              <a:lnSpc>
                <a:spcPct val="100000"/>
              </a:lnSpc>
            </a:pPr>
            <a:r>
              <a:rPr dirty="0" sz="2100" b="1">
                <a:solidFill>
                  <a:srgbClr val="BF0000"/>
                </a:solidFill>
                <a:latin typeface="Arial"/>
                <a:cs typeface="Arial"/>
              </a:rPr>
              <a:t>Date:</a:t>
            </a:r>
            <a:r>
              <a:rPr dirty="0" sz="2100" spc="45" b="1">
                <a:solidFill>
                  <a:srgbClr val="BF0000"/>
                </a:solidFill>
                <a:latin typeface="Arial"/>
                <a:cs typeface="Arial"/>
              </a:rPr>
              <a:t> </a:t>
            </a:r>
            <a:r>
              <a:rPr dirty="0" sz="2100" spc="-30" b="1">
                <a:solidFill>
                  <a:srgbClr val="BF0000"/>
                </a:solidFill>
                <a:latin typeface="Arial"/>
                <a:cs typeface="Arial"/>
              </a:rPr>
              <a:t>23-</a:t>
            </a:r>
            <a:r>
              <a:rPr dirty="0" sz="2100" spc="-10" b="1">
                <a:solidFill>
                  <a:srgbClr val="BF0000"/>
                </a:solidFill>
                <a:latin typeface="Arial"/>
                <a:cs typeface="Arial"/>
              </a:rPr>
              <a:t>03-</a:t>
            </a:r>
            <a:r>
              <a:rPr dirty="0" sz="2100" spc="-20" b="1">
                <a:solidFill>
                  <a:srgbClr val="BF0000"/>
                </a:solidFill>
                <a:latin typeface="Arial"/>
                <a:cs typeface="Arial"/>
              </a:rPr>
              <a:t>2026</a:t>
            </a:r>
            <a:endParaRPr sz="2100">
              <a:latin typeface="Arial"/>
              <a:cs typeface="Arial"/>
            </a:endParaRPr>
          </a:p>
          <a:p>
            <a:pPr algn="ctr" marL="146050">
              <a:lnSpc>
                <a:spcPct val="100000"/>
              </a:lnSpc>
              <a:spcBef>
                <a:spcPts val="1475"/>
              </a:spcBef>
            </a:pPr>
            <a:r>
              <a:rPr dirty="0" sz="2100" spc="-25" b="1">
                <a:solidFill>
                  <a:srgbClr val="0033CC"/>
                </a:solidFill>
                <a:latin typeface="Times New Roman"/>
                <a:cs typeface="Times New Roman"/>
              </a:rPr>
              <a:t>Real-</a:t>
            </a:r>
            <a:r>
              <a:rPr dirty="0" sz="2100" b="1">
                <a:solidFill>
                  <a:srgbClr val="0033CC"/>
                </a:solidFill>
                <a:latin typeface="Times New Roman"/>
                <a:cs typeface="Times New Roman"/>
              </a:rPr>
              <a:t>Time</a:t>
            </a:r>
            <a:r>
              <a:rPr dirty="0" sz="2100" spc="-4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100" b="1">
                <a:solidFill>
                  <a:srgbClr val="0033CC"/>
                </a:solidFill>
                <a:latin typeface="Times New Roman"/>
                <a:cs typeface="Times New Roman"/>
              </a:rPr>
              <a:t>Event</a:t>
            </a:r>
            <a:r>
              <a:rPr dirty="0" sz="2100" spc="-3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0033CC"/>
                </a:solidFill>
                <a:latin typeface="Times New Roman"/>
                <a:cs typeface="Times New Roman"/>
              </a:rPr>
              <a:t>Synchronization</a:t>
            </a:r>
            <a:r>
              <a:rPr dirty="0" sz="2100" spc="-45" b="1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dirty="0" sz="2100" spc="-10" b="1">
                <a:solidFill>
                  <a:srgbClr val="0033CC"/>
                </a:solidFill>
                <a:latin typeface="Times New Roman"/>
                <a:cs typeface="Times New Roman"/>
              </a:rPr>
              <a:t>Engine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dirty="0" sz="1850" b="1">
                <a:latin typeface="Times New Roman"/>
                <a:cs typeface="Times New Roman"/>
              </a:rPr>
              <a:t>SDG:</a:t>
            </a:r>
            <a:r>
              <a:rPr dirty="0" sz="185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SDG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9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—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Industry,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Innovation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10" b="1">
                <a:latin typeface="Times New Roman"/>
                <a:cs typeface="Times New Roman"/>
              </a:rPr>
              <a:t> Infrastructure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3338" y="5309550"/>
            <a:ext cx="4732020" cy="827405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750" spc="-10" b="1">
                <a:latin typeface="Cambria"/>
                <a:cs typeface="Cambria"/>
              </a:rPr>
              <a:t>Presented</a:t>
            </a:r>
            <a:r>
              <a:rPr dirty="0" sz="1750" spc="-65" b="1">
                <a:latin typeface="Cambria"/>
                <a:cs typeface="Cambria"/>
              </a:rPr>
              <a:t> </a:t>
            </a:r>
            <a:r>
              <a:rPr dirty="0" sz="1750" spc="-25" b="1">
                <a:latin typeface="Cambria"/>
                <a:cs typeface="Cambria"/>
              </a:rPr>
              <a:t>By: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750" spc="-35">
                <a:latin typeface="Cambria"/>
                <a:cs typeface="Cambria"/>
              </a:rPr>
              <a:t>V.Venkata</a:t>
            </a:r>
            <a:r>
              <a:rPr dirty="0" sz="1750" spc="-70">
                <a:latin typeface="Cambria"/>
                <a:cs typeface="Cambria"/>
              </a:rPr>
              <a:t> </a:t>
            </a:r>
            <a:r>
              <a:rPr dirty="0" sz="1750" spc="-10">
                <a:latin typeface="Cambria"/>
                <a:cs typeface="Cambria"/>
              </a:rPr>
              <a:t>Siva</a:t>
            </a:r>
            <a:r>
              <a:rPr dirty="0" sz="1750" spc="-80">
                <a:latin typeface="Cambria"/>
                <a:cs typeface="Cambria"/>
              </a:rPr>
              <a:t> </a:t>
            </a:r>
            <a:r>
              <a:rPr dirty="0" sz="1750">
                <a:latin typeface="Cambria"/>
                <a:cs typeface="Cambria"/>
              </a:rPr>
              <a:t>Prasad</a:t>
            </a:r>
            <a:r>
              <a:rPr dirty="0" sz="1750" spc="-70">
                <a:latin typeface="Cambria"/>
                <a:cs typeface="Cambria"/>
              </a:rPr>
              <a:t> </a:t>
            </a:r>
            <a:r>
              <a:rPr dirty="0" sz="1750">
                <a:latin typeface="Cambria"/>
                <a:cs typeface="Cambria"/>
              </a:rPr>
              <a:t>–</a:t>
            </a:r>
            <a:r>
              <a:rPr dirty="0" sz="1750" spc="-60">
                <a:latin typeface="Cambria"/>
                <a:cs typeface="Cambria"/>
              </a:rPr>
              <a:t> </a:t>
            </a:r>
            <a:r>
              <a:rPr dirty="0" sz="1750" spc="-10">
                <a:latin typeface="Cambria"/>
                <a:cs typeface="Cambria"/>
              </a:rPr>
              <a:t>VTU26004</a:t>
            </a:r>
            <a:r>
              <a:rPr dirty="0" sz="1750" spc="-50">
                <a:latin typeface="Cambria"/>
                <a:cs typeface="Cambria"/>
              </a:rPr>
              <a:t> </a:t>
            </a:r>
            <a:r>
              <a:rPr dirty="0" sz="1750">
                <a:latin typeface="Cambria"/>
                <a:cs typeface="Cambria"/>
              </a:rPr>
              <a:t>–</a:t>
            </a:r>
            <a:r>
              <a:rPr dirty="0" sz="1750" spc="-40">
                <a:latin typeface="Cambria"/>
                <a:cs typeface="Cambria"/>
              </a:rPr>
              <a:t> </a:t>
            </a:r>
            <a:r>
              <a:rPr dirty="0" sz="1750" spc="-10">
                <a:latin typeface="Cambria"/>
                <a:cs typeface="Cambria"/>
              </a:rPr>
              <a:t>23UECS0585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5297" y="5329852"/>
            <a:ext cx="2654935" cy="82931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750" spc="-10" b="1">
                <a:latin typeface="Cambria"/>
                <a:cs typeface="Cambria"/>
              </a:rPr>
              <a:t>Courses</a:t>
            </a:r>
            <a:r>
              <a:rPr dirty="0" sz="1750" spc="-35" b="1">
                <a:latin typeface="Cambria"/>
                <a:cs typeface="Cambria"/>
              </a:rPr>
              <a:t> </a:t>
            </a:r>
            <a:r>
              <a:rPr dirty="0" sz="1750" spc="-10" b="1">
                <a:latin typeface="Cambria"/>
                <a:cs typeface="Cambria"/>
              </a:rPr>
              <a:t>Handling</a:t>
            </a:r>
            <a:r>
              <a:rPr dirty="0" sz="1750" spc="-45" b="1">
                <a:latin typeface="Cambria"/>
                <a:cs typeface="Cambria"/>
              </a:rPr>
              <a:t> </a:t>
            </a:r>
            <a:r>
              <a:rPr dirty="0" sz="1750" spc="-10" b="1">
                <a:latin typeface="Cambria"/>
                <a:cs typeface="Cambria"/>
              </a:rPr>
              <a:t>Faculty: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50" spc="-35">
                <a:latin typeface="Times New Roman"/>
                <a:cs typeface="Times New Roman"/>
              </a:rPr>
              <a:t>Dr.</a:t>
            </a:r>
            <a:r>
              <a:rPr dirty="0" sz="1850" spc="-114">
                <a:latin typeface="Times New Roman"/>
                <a:cs typeface="Times New Roman"/>
              </a:rPr>
              <a:t> </a:t>
            </a:r>
            <a:r>
              <a:rPr dirty="0" sz="1850">
                <a:latin typeface="Times New Roman"/>
                <a:cs typeface="Times New Roman"/>
              </a:rPr>
              <a:t>Angeline </a:t>
            </a:r>
            <a:r>
              <a:rPr dirty="0" sz="1850" spc="-10">
                <a:latin typeface="Times New Roman"/>
                <a:cs typeface="Times New Roman"/>
              </a:rPr>
              <a:t>Lydia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13004" y="1918715"/>
            <a:ext cx="581025" cy="579120"/>
          </a:xfrm>
          <a:custGeom>
            <a:avLst/>
            <a:gdLst/>
            <a:ahLst/>
            <a:cxnLst/>
            <a:rect l="l" t="t" r="r" b="b"/>
            <a:pathLst>
              <a:path w="581025" h="579119">
                <a:moveTo>
                  <a:pt x="291083" y="579119"/>
                </a:moveTo>
                <a:lnTo>
                  <a:pt x="243839" y="574547"/>
                </a:lnTo>
                <a:lnTo>
                  <a:pt x="199643" y="563879"/>
                </a:lnTo>
                <a:lnTo>
                  <a:pt x="156971" y="545591"/>
                </a:lnTo>
                <a:lnTo>
                  <a:pt x="118871" y="522731"/>
                </a:lnTo>
                <a:lnTo>
                  <a:pt x="85343" y="493775"/>
                </a:lnTo>
                <a:lnTo>
                  <a:pt x="56388" y="460247"/>
                </a:lnTo>
                <a:lnTo>
                  <a:pt x="33527" y="422147"/>
                </a:lnTo>
                <a:lnTo>
                  <a:pt x="15240" y="380999"/>
                </a:lnTo>
                <a:lnTo>
                  <a:pt x="4571" y="335279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7" y="155447"/>
                </a:lnTo>
                <a:lnTo>
                  <a:pt x="56388" y="117347"/>
                </a:lnTo>
                <a:lnTo>
                  <a:pt x="85343" y="83819"/>
                </a:lnTo>
                <a:lnTo>
                  <a:pt x="118871" y="54863"/>
                </a:lnTo>
                <a:lnTo>
                  <a:pt x="156971" y="32003"/>
                </a:lnTo>
                <a:lnTo>
                  <a:pt x="199643" y="13715"/>
                </a:lnTo>
                <a:lnTo>
                  <a:pt x="243839" y="3047"/>
                </a:lnTo>
                <a:lnTo>
                  <a:pt x="291083" y="0"/>
                </a:lnTo>
                <a:lnTo>
                  <a:pt x="338327" y="3047"/>
                </a:lnTo>
                <a:lnTo>
                  <a:pt x="382523" y="13715"/>
                </a:lnTo>
                <a:lnTo>
                  <a:pt x="425195" y="32003"/>
                </a:lnTo>
                <a:lnTo>
                  <a:pt x="461771" y="54863"/>
                </a:lnTo>
                <a:lnTo>
                  <a:pt x="496823" y="83819"/>
                </a:lnTo>
                <a:lnTo>
                  <a:pt x="525779" y="117347"/>
                </a:lnTo>
                <a:lnTo>
                  <a:pt x="548640" y="155447"/>
                </a:lnTo>
                <a:lnTo>
                  <a:pt x="566927" y="198119"/>
                </a:lnTo>
                <a:lnTo>
                  <a:pt x="577595" y="242315"/>
                </a:lnTo>
                <a:lnTo>
                  <a:pt x="580643" y="289559"/>
                </a:lnTo>
                <a:lnTo>
                  <a:pt x="577595" y="335279"/>
                </a:lnTo>
                <a:lnTo>
                  <a:pt x="566927" y="380999"/>
                </a:lnTo>
                <a:lnTo>
                  <a:pt x="548640" y="422147"/>
                </a:lnTo>
                <a:lnTo>
                  <a:pt x="525779" y="460247"/>
                </a:lnTo>
                <a:lnTo>
                  <a:pt x="496823" y="493775"/>
                </a:lnTo>
                <a:lnTo>
                  <a:pt x="461771" y="522731"/>
                </a:lnTo>
                <a:lnTo>
                  <a:pt x="425195" y="545591"/>
                </a:lnTo>
                <a:lnTo>
                  <a:pt x="382523" y="563879"/>
                </a:lnTo>
                <a:lnTo>
                  <a:pt x="338327" y="574547"/>
                </a:lnTo>
                <a:lnTo>
                  <a:pt x="291083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54782" y="2059790"/>
            <a:ext cx="13335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4736" y="3374135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47190" y="3440824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4736" y="2593848"/>
            <a:ext cx="297180" cy="315595"/>
          </a:xfrm>
          <a:custGeom>
            <a:avLst/>
            <a:gdLst/>
            <a:ahLst/>
            <a:cxnLst/>
            <a:rect l="l" t="t" r="r" b="b"/>
            <a:pathLst>
              <a:path w="297180" h="315594">
                <a:moveTo>
                  <a:pt x="149351" y="0"/>
                </a:moveTo>
                <a:lnTo>
                  <a:pt x="102107" y="7620"/>
                </a:lnTo>
                <a:lnTo>
                  <a:pt x="60959" y="28956"/>
                </a:lnTo>
                <a:lnTo>
                  <a:pt x="28955" y="64008"/>
                </a:lnTo>
                <a:lnTo>
                  <a:pt x="7619" y="106679"/>
                </a:lnTo>
                <a:lnTo>
                  <a:pt x="0" y="156972"/>
                </a:lnTo>
                <a:lnTo>
                  <a:pt x="7619" y="207264"/>
                </a:lnTo>
                <a:lnTo>
                  <a:pt x="28955" y="251459"/>
                </a:lnTo>
                <a:lnTo>
                  <a:pt x="60959" y="284988"/>
                </a:lnTo>
                <a:lnTo>
                  <a:pt x="102107" y="307848"/>
                </a:lnTo>
                <a:lnTo>
                  <a:pt x="149351" y="315467"/>
                </a:lnTo>
                <a:lnTo>
                  <a:pt x="196595" y="307848"/>
                </a:lnTo>
                <a:lnTo>
                  <a:pt x="236219" y="284988"/>
                </a:lnTo>
                <a:lnTo>
                  <a:pt x="268223" y="251459"/>
                </a:lnTo>
                <a:lnTo>
                  <a:pt x="289559" y="207264"/>
                </a:lnTo>
                <a:lnTo>
                  <a:pt x="297180" y="156972"/>
                </a:lnTo>
                <a:lnTo>
                  <a:pt x="289559" y="106679"/>
                </a:lnTo>
                <a:lnTo>
                  <a:pt x="268223" y="64008"/>
                </a:lnTo>
                <a:lnTo>
                  <a:pt x="236219" y="28956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51754" y="2657517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4736" y="3765803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54736" y="29824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1754" y="3047629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4736" y="454914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51754" y="4614299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4736" y="415594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6219" y="288036"/>
                </a:lnTo>
                <a:lnTo>
                  <a:pt x="268223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48732" y="4222645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4736" y="493928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4008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50213" y="500448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4736" y="532942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6219" y="286512"/>
                </a:lnTo>
                <a:lnTo>
                  <a:pt x="268223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8223" y="65532"/>
                </a:lnTo>
                <a:lnTo>
                  <a:pt x="236219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48732" y="5394600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1754" y="1487074"/>
            <a:ext cx="9554210" cy="60490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570230" marR="230504" indent="-266700">
              <a:lnSpc>
                <a:spcPct val="101899"/>
              </a:lnSpc>
              <a:spcBef>
                <a:spcPts val="55"/>
              </a:spcBef>
              <a:buFont typeface="Arial MT"/>
              <a:buChar char="•"/>
              <a:tabLst>
                <a:tab pos="570230" algn="l"/>
                <a:tab pos="571500" algn="l"/>
              </a:tabLst>
            </a:pPr>
            <a:r>
              <a:rPr dirty="0" sz="1600">
                <a:latin typeface="Times New Roman"/>
                <a:cs typeface="Times New Roman"/>
              </a:rPr>
              <a:t>	In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today's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fast-</a:t>
            </a:r>
            <a:r>
              <a:rPr dirty="0" sz="1600">
                <a:latin typeface="Times New Roman"/>
                <a:cs typeface="Times New Roman"/>
              </a:rPr>
              <a:t>growing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digital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world,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modern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software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applications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distributed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architectures </a:t>
            </a:r>
            <a:r>
              <a:rPr dirty="0" sz="1600">
                <a:latin typeface="Times New Roman"/>
                <a:cs typeface="Times New Roman"/>
              </a:rPr>
              <a:t>where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independent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services,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devices,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platforms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communicate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share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each </a:t>
            </a:r>
            <a:r>
              <a:rPr dirty="0" sz="1600">
                <a:latin typeface="Times New Roman"/>
                <a:cs typeface="Times New Roman"/>
              </a:rPr>
              <a:t>other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continuously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simultaneously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time.</a:t>
            </a:r>
            <a:endParaRPr sz="1600">
              <a:latin typeface="Times New Roman"/>
              <a:cs typeface="Times New Roman"/>
            </a:endParaRPr>
          </a:p>
          <a:p>
            <a:pPr marL="570230" marR="31750" indent="-266700">
              <a:lnSpc>
                <a:spcPct val="101600"/>
              </a:lnSpc>
              <a:spcBef>
                <a:spcPts val="90"/>
              </a:spcBef>
              <a:buFont typeface="Arial MT"/>
              <a:buChar char="•"/>
              <a:tabLst>
                <a:tab pos="570230" algn="l"/>
              </a:tabLst>
            </a:pP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number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connected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services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increases,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keeping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them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synchronized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latest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becomes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major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technical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challenge,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because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delay,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loss,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duplication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information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between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services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lead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serious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errors,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inconsistencies,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poor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experience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across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entire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  <a:p>
            <a:pPr algn="just" marL="570230" marR="5080" indent="-266700">
              <a:lnSpc>
                <a:spcPct val="101899"/>
              </a:lnSpc>
              <a:spcBef>
                <a:spcPts val="85"/>
              </a:spcBef>
              <a:buFont typeface="Arial MT"/>
              <a:buChar char="•"/>
              <a:tabLst>
                <a:tab pos="570230" algn="l"/>
                <a:tab pos="571500" algn="l"/>
              </a:tabLst>
            </a:pPr>
            <a:r>
              <a:rPr dirty="0" sz="1600">
                <a:latin typeface="Times New Roman"/>
                <a:cs typeface="Times New Roman"/>
              </a:rPr>
              <a:t>	A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Synchronization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software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designed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solve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problem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acting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50">
                <a:latin typeface="Times New Roman"/>
                <a:cs typeface="Times New Roman"/>
              </a:rPr>
              <a:t>a </a:t>
            </a:r>
            <a:r>
              <a:rPr dirty="0" sz="1600" spc="-10">
                <a:latin typeface="Times New Roman"/>
                <a:cs typeface="Times New Roman"/>
              </a:rPr>
              <a:t>centralized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hub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captures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producers,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processes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validates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them,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delivers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them </a:t>
            </a:r>
            <a:r>
              <a:rPr dirty="0" sz="1600">
                <a:latin typeface="Times New Roman"/>
                <a:cs typeface="Times New Roman"/>
              </a:rPr>
              <a:t>instantly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subscribed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guaranteed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ordering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reliability.</a:t>
            </a:r>
            <a:endParaRPr sz="1600">
              <a:latin typeface="Times New Roman"/>
              <a:cs typeface="Times New Roman"/>
            </a:endParaRPr>
          </a:p>
          <a:p>
            <a:pPr marL="570230" marR="346710" indent="-558165">
              <a:lnSpc>
                <a:spcPct val="101299"/>
              </a:lnSpc>
              <a:spcBef>
                <a:spcPts val="105"/>
              </a:spcBef>
              <a:tabLst>
                <a:tab pos="303530" algn="l"/>
                <a:tab pos="570230" algn="l"/>
              </a:tabLst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r>
              <a:rPr dirty="0" sz="1000">
                <a:solidFill>
                  <a:srgbClr val="181818"/>
                </a:solidFill>
                <a:latin typeface="Tahoma"/>
                <a:cs typeface="Tahoma"/>
              </a:rPr>
              <a:t>	</a:t>
            </a:r>
            <a:r>
              <a:rPr dirty="0" sz="1600" spc="-50">
                <a:latin typeface="Arial MT"/>
                <a:cs typeface="Arial MT"/>
              </a:rPr>
              <a:t>•</a:t>
            </a:r>
            <a:r>
              <a:rPr dirty="0" sz="1600">
                <a:latin typeface="Arial MT"/>
                <a:cs typeface="Arial MT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aims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high-</a:t>
            </a:r>
            <a:r>
              <a:rPr dirty="0" sz="1600">
                <a:latin typeface="Times New Roman"/>
                <a:cs typeface="Times New Roman"/>
              </a:rPr>
              <a:t>performance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synchronization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Java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Spring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Boot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the </a:t>
            </a:r>
            <a:r>
              <a:rPr dirty="0" sz="1600">
                <a:latin typeface="Times New Roman"/>
                <a:cs typeface="Times New Roman"/>
              </a:rPr>
              <a:t>backend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framework,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Apache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Kafka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message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broker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reliable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fan-</a:t>
            </a:r>
            <a:r>
              <a:rPr dirty="0" sz="1600">
                <a:latin typeface="Times New Roman"/>
                <a:cs typeface="Times New Roman"/>
              </a:rPr>
              <a:t>out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delivery,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PostgreSQL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for </a:t>
            </a:r>
            <a:r>
              <a:rPr dirty="0" sz="1600">
                <a:latin typeface="Times New Roman"/>
                <a:cs typeface="Times New Roman"/>
              </a:rPr>
              <a:t>permanent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storage,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Redis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fast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deduplication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caching.</a:t>
            </a:r>
            <a:endParaRPr sz="1600">
              <a:latin typeface="Times New Roman"/>
              <a:cs typeface="Times New Roman"/>
            </a:endParaRPr>
          </a:p>
          <a:p>
            <a:pPr algn="just" marL="570230" marR="76200" indent="-266700">
              <a:lnSpc>
                <a:spcPct val="101899"/>
              </a:lnSpc>
              <a:spcBef>
                <a:spcPts val="75"/>
              </a:spcBef>
              <a:buFont typeface="Arial MT"/>
              <a:buChar char="•"/>
              <a:tabLst>
                <a:tab pos="570230" algn="l"/>
                <a:tab pos="571500" algn="l"/>
              </a:tabLst>
            </a:pPr>
            <a:r>
              <a:rPr dirty="0" sz="1600">
                <a:latin typeface="Times New Roman"/>
                <a:cs typeface="Times New Roman"/>
              </a:rPr>
              <a:t>	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supports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delivery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protocols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including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WebSocket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push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notifications,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REST </a:t>
            </a:r>
            <a:r>
              <a:rPr dirty="0" sz="1600" spc="-10">
                <a:latin typeface="Times New Roman"/>
                <a:cs typeface="Times New Roman"/>
              </a:rPr>
              <a:t>long-</a:t>
            </a:r>
            <a:r>
              <a:rPr dirty="0" sz="1600">
                <a:latin typeface="Times New Roman"/>
                <a:cs typeface="Times New Roman"/>
              </a:rPr>
              <a:t>polling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batch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webhook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callbacks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external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service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integrations,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making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flexible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suitable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wide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range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cases.</a:t>
            </a:r>
            <a:endParaRPr sz="1600">
              <a:latin typeface="Times New Roman"/>
              <a:cs typeface="Times New Roman"/>
            </a:endParaRPr>
          </a:p>
          <a:p>
            <a:pPr marL="570230" marR="312420" indent="-266700">
              <a:lnSpc>
                <a:spcPct val="101899"/>
              </a:lnSpc>
              <a:spcBef>
                <a:spcPts val="70"/>
              </a:spcBef>
              <a:buFont typeface="Arial MT"/>
              <a:buChar char="•"/>
              <a:tabLst>
                <a:tab pos="570230" algn="l"/>
              </a:tabLst>
            </a:pP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applicable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across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world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domains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e-</a:t>
            </a:r>
            <a:r>
              <a:rPr dirty="0" sz="1600">
                <a:latin typeface="Times New Roman"/>
                <a:cs typeface="Times New Roman"/>
              </a:rPr>
              <a:t>commerce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order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tracking,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financial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transaction </a:t>
            </a:r>
            <a:r>
              <a:rPr dirty="0" sz="1600">
                <a:latin typeface="Times New Roman"/>
                <a:cs typeface="Times New Roman"/>
              </a:rPr>
              <a:t>processing,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healthcare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streaming,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IoT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sensor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monitoring,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social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media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notification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where 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synchronization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critical.</a:t>
            </a:r>
            <a:endParaRPr sz="1600">
              <a:latin typeface="Times New Roman"/>
              <a:cs typeface="Times New Roman"/>
            </a:endParaRPr>
          </a:p>
          <a:p>
            <a:pPr algn="just" marL="570230" marR="403860" indent="-266700">
              <a:lnSpc>
                <a:spcPct val="101499"/>
              </a:lnSpc>
              <a:spcBef>
                <a:spcPts val="90"/>
              </a:spcBef>
              <a:buFont typeface="Arial MT"/>
              <a:buChar char="•"/>
              <a:tabLst>
                <a:tab pos="570230" algn="l"/>
                <a:tab pos="571500" algn="l"/>
              </a:tabLst>
            </a:pPr>
            <a:r>
              <a:rPr dirty="0" sz="1600">
                <a:latin typeface="Times New Roman"/>
                <a:cs typeface="Times New Roman"/>
              </a:rPr>
              <a:t>	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also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includes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live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monitoring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dashboard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displays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metrics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throughput, </a:t>
            </a:r>
            <a:r>
              <a:rPr dirty="0" sz="1600">
                <a:latin typeface="Times New Roman"/>
                <a:cs typeface="Times New Roman"/>
              </a:rPr>
              <a:t>latency,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lag,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error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rate,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giving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administrators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complete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visibility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control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over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entire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pipeline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times.</a:t>
            </a:r>
            <a:endParaRPr sz="1600">
              <a:latin typeface="Times New Roman"/>
              <a:cs typeface="Times New Roman"/>
            </a:endParaRPr>
          </a:p>
          <a:p>
            <a:pPr marL="570230" marR="108585" indent="-266700">
              <a:lnSpc>
                <a:spcPct val="101899"/>
              </a:lnSpc>
              <a:spcBef>
                <a:spcPts val="85"/>
              </a:spcBef>
              <a:buFont typeface="Arial MT"/>
              <a:buChar char="•"/>
              <a:tabLst>
                <a:tab pos="570230" algn="l"/>
              </a:tabLst>
            </a:pPr>
            <a:r>
              <a:rPr dirty="0" sz="1600">
                <a:latin typeface="Times New Roman"/>
                <a:cs typeface="Times New Roman"/>
              </a:rPr>
              <a:t>Overall,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project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scalable,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reliable,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developer-</a:t>
            </a:r>
            <a:r>
              <a:rPr dirty="0" sz="1600">
                <a:latin typeface="Times New Roman"/>
                <a:cs typeface="Times New Roman"/>
              </a:rPr>
              <a:t>friendly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solution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addresses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core </a:t>
            </a:r>
            <a:r>
              <a:rPr dirty="0" sz="1600">
                <a:latin typeface="Times New Roman"/>
                <a:cs typeface="Times New Roman"/>
              </a:rPr>
              <a:t>challenges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synchronization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modern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distributed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delivers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robust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foundation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building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event-</a:t>
            </a:r>
            <a:r>
              <a:rPr dirty="0" sz="1600">
                <a:latin typeface="Times New Roman"/>
                <a:cs typeface="Times New Roman"/>
              </a:rPr>
              <a:t>driven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applications.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3949698" y="946106"/>
            <a:ext cx="2854325" cy="45148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16052" y="2324099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19">
                <a:moveTo>
                  <a:pt x="289559" y="579119"/>
                </a:moveTo>
                <a:lnTo>
                  <a:pt x="242315" y="576071"/>
                </a:lnTo>
                <a:lnTo>
                  <a:pt x="198119" y="565403"/>
                </a:lnTo>
                <a:lnTo>
                  <a:pt x="156971" y="547115"/>
                </a:lnTo>
                <a:lnTo>
                  <a:pt x="118871" y="524255"/>
                </a:lnTo>
                <a:lnTo>
                  <a:pt x="85343" y="495299"/>
                </a:lnTo>
                <a:lnTo>
                  <a:pt x="56387" y="461771"/>
                </a:lnTo>
                <a:lnTo>
                  <a:pt x="33528" y="423671"/>
                </a:lnTo>
                <a:lnTo>
                  <a:pt x="15240" y="382523"/>
                </a:lnTo>
                <a:lnTo>
                  <a:pt x="4571" y="336803"/>
                </a:lnTo>
                <a:lnTo>
                  <a:pt x="0" y="291083"/>
                </a:lnTo>
                <a:lnTo>
                  <a:pt x="4571" y="243839"/>
                </a:lnTo>
                <a:lnTo>
                  <a:pt x="15240" y="198119"/>
                </a:lnTo>
                <a:lnTo>
                  <a:pt x="33528" y="156971"/>
                </a:lnTo>
                <a:lnTo>
                  <a:pt x="56387" y="118871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2003"/>
                </a:lnTo>
                <a:lnTo>
                  <a:pt x="198119" y="13715"/>
                </a:lnTo>
                <a:lnTo>
                  <a:pt x="242315" y="3047"/>
                </a:lnTo>
                <a:lnTo>
                  <a:pt x="289559" y="0"/>
                </a:lnTo>
                <a:lnTo>
                  <a:pt x="336803" y="3047"/>
                </a:lnTo>
                <a:lnTo>
                  <a:pt x="380999" y="13715"/>
                </a:lnTo>
                <a:lnTo>
                  <a:pt x="423672" y="32003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18871"/>
                </a:lnTo>
                <a:lnTo>
                  <a:pt x="547116" y="156971"/>
                </a:lnTo>
                <a:lnTo>
                  <a:pt x="565403" y="198119"/>
                </a:lnTo>
                <a:lnTo>
                  <a:pt x="576072" y="243839"/>
                </a:lnTo>
                <a:lnTo>
                  <a:pt x="579119" y="291083"/>
                </a:lnTo>
                <a:lnTo>
                  <a:pt x="576072" y="336803"/>
                </a:lnTo>
                <a:lnTo>
                  <a:pt x="565403" y="382523"/>
                </a:lnTo>
                <a:lnTo>
                  <a:pt x="547116" y="423671"/>
                </a:lnTo>
                <a:lnTo>
                  <a:pt x="524255" y="461771"/>
                </a:lnTo>
                <a:lnTo>
                  <a:pt x="495300" y="495299"/>
                </a:lnTo>
                <a:lnTo>
                  <a:pt x="460247" y="524255"/>
                </a:lnTo>
                <a:lnTo>
                  <a:pt x="423672" y="547115"/>
                </a:lnTo>
                <a:lnTo>
                  <a:pt x="380999" y="565403"/>
                </a:lnTo>
                <a:lnTo>
                  <a:pt x="336803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1914" y="2466698"/>
            <a:ext cx="13335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6260" y="33634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50213" y="3428674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626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0073" y="200064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6260" y="3753611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53296" y="3818771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56260" y="297484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3296" y="304004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6260" y="4530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54777" y="4596065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6260" y="41422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51754" y="420741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626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51754" y="4987719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5626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51754" y="537783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167765">
              <a:lnSpc>
                <a:spcPct val="100000"/>
              </a:lnSpc>
              <a:spcBef>
                <a:spcPts val="90"/>
              </a:spcBef>
            </a:pPr>
            <a:r>
              <a:rPr dirty="0"/>
              <a:t>PROBLEM</a:t>
            </a:r>
            <a:r>
              <a:rPr dirty="0" spc="-130"/>
              <a:t> </a:t>
            </a:r>
            <a:r>
              <a:rPr dirty="0" spc="-20"/>
              <a:t>STATEMENT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331451" y="1723376"/>
            <a:ext cx="8568055" cy="45389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79400" marR="17145" indent="-267335">
              <a:lnSpc>
                <a:spcPct val="101899"/>
              </a:lnSpc>
              <a:spcBef>
                <a:spcPts val="5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modern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distributed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systems,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multiple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services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such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applications,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mobile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apps,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IoT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sensors,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microservices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need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share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synchronize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other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time,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existing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systems </a:t>
            </a:r>
            <a:r>
              <a:rPr dirty="0" sz="1600">
                <a:latin typeface="Times New Roman"/>
                <a:cs typeface="Times New Roman"/>
              </a:rPr>
              <a:t>lack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unified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reliable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mechanism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propagate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events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consistently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across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connected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services.</a:t>
            </a:r>
            <a:endParaRPr sz="1600">
              <a:latin typeface="Times New Roman"/>
              <a:cs typeface="Times New Roman"/>
            </a:endParaRPr>
          </a:p>
          <a:p>
            <a:pPr marL="279400" marR="241935" indent="-267335">
              <a:lnSpc>
                <a:spcPct val="101899"/>
              </a:lnSpc>
              <a:spcBef>
                <a:spcPts val="7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 spc="-20">
                <a:latin typeface="Times New Roman"/>
                <a:cs typeface="Times New Roman"/>
              </a:rPr>
              <a:t>Microservices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often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maintain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their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own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local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without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proper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synchronization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other services,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leading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inconsistencies,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stale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information,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conflicting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records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across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difficult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detect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resolve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manually.</a:t>
            </a:r>
            <a:endParaRPr sz="1600">
              <a:latin typeface="Times New Roman"/>
              <a:cs typeface="Times New Roman"/>
            </a:endParaRPr>
          </a:p>
          <a:p>
            <a:pPr algn="just" marL="279400" marR="19050" indent="-267335">
              <a:lnSpc>
                <a:spcPct val="101600"/>
              </a:lnSpc>
              <a:spcBef>
                <a:spcPts val="8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 spc="-10">
                <a:latin typeface="Times New Roman"/>
                <a:cs typeface="Times New Roman"/>
              </a:rPr>
              <a:t>Event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loss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duplication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during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transmission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critical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problem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30">
                <a:latin typeface="Times New Roman"/>
                <a:cs typeface="Times New Roman"/>
              </a:rPr>
              <a:t>high-</a:t>
            </a:r>
            <a:r>
              <a:rPr dirty="0" sz="1600" spc="-10">
                <a:latin typeface="Times New Roman"/>
                <a:cs typeface="Times New Roman"/>
              </a:rPr>
              <a:t>throughput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environments,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as </a:t>
            </a:r>
            <a:r>
              <a:rPr dirty="0" sz="1600">
                <a:latin typeface="Times New Roman"/>
                <a:cs typeface="Times New Roman"/>
              </a:rPr>
              <a:t>there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standardized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protocol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guaranteed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message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ordering,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deduplication,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failure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recovery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in </a:t>
            </a:r>
            <a:r>
              <a:rPr dirty="0" sz="1600">
                <a:latin typeface="Times New Roman"/>
                <a:cs typeface="Times New Roman"/>
              </a:rPr>
              <a:t>most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pipelines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currently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use.</a:t>
            </a:r>
            <a:endParaRPr sz="1600">
              <a:latin typeface="Times New Roman"/>
              <a:cs typeface="Times New Roman"/>
            </a:endParaRPr>
          </a:p>
          <a:p>
            <a:pPr marL="279400" marR="39370" indent="-267335">
              <a:lnSpc>
                <a:spcPct val="101899"/>
              </a:lnSpc>
              <a:spcBef>
                <a:spcPts val="8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absence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centralized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routing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fan-</a:t>
            </a:r>
            <a:r>
              <a:rPr dirty="0" sz="1600">
                <a:latin typeface="Times New Roman"/>
                <a:cs typeface="Times New Roman"/>
              </a:rPr>
              <a:t>out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mechanism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forces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service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implement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its </a:t>
            </a:r>
            <a:r>
              <a:rPr dirty="0" sz="1600">
                <a:latin typeface="Times New Roman"/>
                <a:cs typeface="Times New Roman"/>
              </a:rPr>
              <a:t>own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messaging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logic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independently,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resulting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tightly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coupled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architectures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are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hard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scale, </a:t>
            </a:r>
            <a:r>
              <a:rPr dirty="0" sz="1600" spc="-20">
                <a:latin typeface="Times New Roman"/>
                <a:cs typeface="Times New Roman"/>
              </a:rPr>
              <a:t>maintain,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extend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over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time.</a:t>
            </a:r>
            <a:endParaRPr sz="1600">
              <a:latin typeface="Times New Roman"/>
              <a:cs typeface="Times New Roman"/>
            </a:endParaRPr>
          </a:p>
          <a:p>
            <a:pPr marL="279400" marR="215265" indent="-267335">
              <a:lnSpc>
                <a:spcPct val="101899"/>
              </a:lnSpc>
              <a:spcBef>
                <a:spcPts val="70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 spc="-10">
                <a:latin typeface="Times New Roman"/>
                <a:cs typeface="Times New Roman"/>
              </a:rPr>
              <a:t>Monitoring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tracing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event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flows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across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distributed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nodes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extremely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complex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error-</a:t>
            </a:r>
            <a:r>
              <a:rPr dirty="0" sz="1600" spc="-10">
                <a:latin typeface="Times New Roman"/>
                <a:cs typeface="Times New Roman"/>
              </a:rPr>
              <a:t>prone without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dedicated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system,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making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nearly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impossible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identify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root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cause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delays,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failures,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drift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production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environments.</a:t>
            </a:r>
            <a:endParaRPr sz="1600">
              <a:latin typeface="Times New Roman"/>
              <a:cs typeface="Times New Roman"/>
            </a:endParaRPr>
          </a:p>
          <a:p>
            <a:pPr marL="279400" marR="5080" indent="-267335">
              <a:lnSpc>
                <a:spcPct val="101899"/>
              </a:lnSpc>
              <a:spcBef>
                <a:spcPts val="75"/>
              </a:spcBef>
              <a:buFont typeface="Arial MT"/>
              <a:buChar char="•"/>
              <a:tabLst>
                <a:tab pos="279400" algn="l"/>
              </a:tabLst>
            </a:pPr>
            <a:r>
              <a:rPr dirty="0" sz="1600" spc="-10">
                <a:latin typeface="Times New Roman"/>
                <a:cs typeface="Times New Roman"/>
              </a:rPr>
              <a:t>Hence,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there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strong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robust,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scalable,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fault-</a:t>
            </a:r>
            <a:r>
              <a:rPr dirty="0" sz="1600" spc="-10">
                <a:latin typeface="Times New Roman"/>
                <a:cs typeface="Times New Roman"/>
              </a:rPr>
              <a:t>tolerant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Event</a:t>
            </a:r>
            <a:r>
              <a:rPr dirty="0" sz="1600" spc="500">
                <a:latin typeface="Times New Roman"/>
                <a:cs typeface="Times New Roman"/>
              </a:rPr>
              <a:t>  </a:t>
            </a:r>
            <a:r>
              <a:rPr dirty="0" sz="1600" spc="-20">
                <a:latin typeface="Times New Roman"/>
                <a:cs typeface="Times New Roman"/>
              </a:rPr>
              <a:t>Synchronization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Engine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provides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guaranteed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delivery,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ordered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sequencing,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consumer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replay,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live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monitoring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solve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these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challenges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single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unified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platform.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6052" y="2712720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7595"/>
                </a:lnTo>
                <a:lnTo>
                  <a:pt x="198119" y="566927"/>
                </a:lnTo>
                <a:lnTo>
                  <a:pt x="156971" y="548639"/>
                </a:lnTo>
                <a:lnTo>
                  <a:pt x="118871" y="525779"/>
                </a:lnTo>
                <a:lnTo>
                  <a:pt x="85343" y="496823"/>
                </a:lnTo>
                <a:lnTo>
                  <a:pt x="56387" y="463295"/>
                </a:lnTo>
                <a:lnTo>
                  <a:pt x="33528" y="425195"/>
                </a:lnTo>
                <a:lnTo>
                  <a:pt x="15240" y="382524"/>
                </a:lnTo>
                <a:lnTo>
                  <a:pt x="4571" y="338327"/>
                </a:lnTo>
                <a:lnTo>
                  <a:pt x="0" y="291083"/>
                </a:lnTo>
                <a:lnTo>
                  <a:pt x="4571" y="245363"/>
                </a:lnTo>
                <a:lnTo>
                  <a:pt x="15240" y="199643"/>
                </a:lnTo>
                <a:lnTo>
                  <a:pt x="33528" y="158495"/>
                </a:lnTo>
                <a:lnTo>
                  <a:pt x="56387" y="120395"/>
                </a:lnTo>
                <a:lnTo>
                  <a:pt x="85343" y="86867"/>
                </a:lnTo>
                <a:lnTo>
                  <a:pt x="118871" y="56387"/>
                </a:lnTo>
                <a:lnTo>
                  <a:pt x="156971" y="33528"/>
                </a:lnTo>
                <a:lnTo>
                  <a:pt x="198119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6803" y="4571"/>
                </a:lnTo>
                <a:lnTo>
                  <a:pt x="380999" y="15239"/>
                </a:lnTo>
                <a:lnTo>
                  <a:pt x="423672" y="33528"/>
                </a:lnTo>
                <a:lnTo>
                  <a:pt x="460247" y="56387"/>
                </a:lnTo>
                <a:lnTo>
                  <a:pt x="495300" y="86867"/>
                </a:lnTo>
                <a:lnTo>
                  <a:pt x="524255" y="120395"/>
                </a:lnTo>
                <a:lnTo>
                  <a:pt x="547116" y="158495"/>
                </a:lnTo>
                <a:lnTo>
                  <a:pt x="565403" y="199643"/>
                </a:lnTo>
                <a:lnTo>
                  <a:pt x="576072" y="245363"/>
                </a:lnTo>
                <a:lnTo>
                  <a:pt x="579119" y="291083"/>
                </a:lnTo>
                <a:lnTo>
                  <a:pt x="576072" y="338327"/>
                </a:lnTo>
                <a:lnTo>
                  <a:pt x="565403" y="382524"/>
                </a:lnTo>
                <a:lnTo>
                  <a:pt x="547116" y="425195"/>
                </a:lnTo>
                <a:lnTo>
                  <a:pt x="524255" y="463295"/>
                </a:lnTo>
                <a:lnTo>
                  <a:pt x="495300" y="496823"/>
                </a:lnTo>
                <a:lnTo>
                  <a:pt x="460247" y="525779"/>
                </a:lnTo>
                <a:lnTo>
                  <a:pt x="423672" y="548639"/>
                </a:lnTo>
                <a:lnTo>
                  <a:pt x="380999" y="566927"/>
                </a:lnTo>
                <a:lnTo>
                  <a:pt x="336803" y="577595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0473" y="2856792"/>
            <a:ext cx="13335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6260" y="33634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50213" y="3428674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26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0073" y="200064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6260" y="3753611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3296" y="3818771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6260" y="2324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4777" y="239082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6260" y="4530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6260" y="41422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51754" y="420741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626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626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51754" y="4596065"/>
            <a:ext cx="97790" cy="956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95707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OBJECTIVE(S)</a:t>
            </a: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332932" y="2046781"/>
            <a:ext cx="7574280" cy="106870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277495" indent="-26479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277495" algn="l"/>
              </a:tabLst>
            </a:pPr>
            <a:r>
              <a:rPr dirty="0" sz="1800" b="1">
                <a:latin typeface="Times New Roman"/>
                <a:cs typeface="Times New Roman"/>
              </a:rPr>
              <a:t>Objective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1:</a:t>
            </a:r>
            <a:endParaRPr sz="1800">
              <a:latin typeface="Times New Roman"/>
              <a:cs typeface="Times New Roman"/>
            </a:endParaRPr>
          </a:p>
          <a:p>
            <a:pPr marL="277495" marR="5080" indent="-265430">
              <a:lnSpc>
                <a:spcPct val="99700"/>
              </a:lnSpc>
              <a:spcBef>
                <a:spcPts val="150"/>
              </a:spcBef>
              <a:buFont typeface="Arial MT"/>
              <a:buChar char="•"/>
              <a:tabLst>
                <a:tab pos="27749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design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develop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high-</a:t>
            </a:r>
            <a:r>
              <a:rPr dirty="0" sz="1600">
                <a:latin typeface="Times New Roman"/>
                <a:cs typeface="Times New Roman"/>
              </a:rPr>
              <a:t>performance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Synchronization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that </a:t>
            </a:r>
            <a:r>
              <a:rPr dirty="0" sz="1600">
                <a:latin typeface="Times New Roman"/>
                <a:cs typeface="Times New Roman"/>
              </a:rPr>
              <a:t>ensures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reliable,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low-</a:t>
            </a:r>
            <a:r>
              <a:rPr dirty="0" sz="1600">
                <a:latin typeface="Times New Roman"/>
                <a:cs typeface="Times New Roman"/>
              </a:rPr>
              <a:t>latency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propagation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across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distributed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services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>
                <a:latin typeface="Times New Roman"/>
                <a:cs typeface="Times New Roman"/>
              </a:rPr>
              <a:t>consumers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Apache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Kafka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central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message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broker.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32932" y="3345283"/>
            <a:ext cx="7910830" cy="106997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277495" indent="-264795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277495" algn="l"/>
              </a:tabLst>
            </a:pPr>
            <a:r>
              <a:rPr dirty="0" sz="1800" b="1">
                <a:latin typeface="Times New Roman"/>
                <a:cs typeface="Times New Roman"/>
              </a:rPr>
              <a:t>Objective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2:</a:t>
            </a:r>
            <a:endParaRPr sz="1800">
              <a:latin typeface="Times New Roman"/>
              <a:cs typeface="Times New Roman"/>
            </a:endParaRPr>
          </a:p>
          <a:p>
            <a:pPr marL="277495" marR="5080" indent="-26543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277495" algn="l"/>
              </a:tabLst>
            </a:pP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implement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scalable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ingestion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pipeline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JWT-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authentication, </a:t>
            </a:r>
            <a:r>
              <a:rPr dirty="0" sz="1600">
                <a:latin typeface="Times New Roman"/>
                <a:cs typeface="Times New Roman"/>
              </a:rPr>
              <a:t>JSON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schema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validation,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rate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limiting,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sequence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assignment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guarantee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integrity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ordering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every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published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event.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6052" y="3104388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8119" y="565403"/>
                </a:lnTo>
                <a:lnTo>
                  <a:pt x="156971" y="547115"/>
                </a:lnTo>
                <a:lnTo>
                  <a:pt x="118871" y="524255"/>
                </a:lnTo>
                <a:lnTo>
                  <a:pt x="85343" y="495299"/>
                </a:lnTo>
                <a:lnTo>
                  <a:pt x="56387" y="461771"/>
                </a:lnTo>
                <a:lnTo>
                  <a:pt x="33528" y="423671"/>
                </a:lnTo>
                <a:lnTo>
                  <a:pt x="15240" y="380999"/>
                </a:lnTo>
                <a:lnTo>
                  <a:pt x="4571" y="336803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8" y="156971"/>
                </a:lnTo>
                <a:lnTo>
                  <a:pt x="56387" y="118871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3528"/>
                </a:lnTo>
                <a:lnTo>
                  <a:pt x="198119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6803" y="4571"/>
                </a:lnTo>
                <a:lnTo>
                  <a:pt x="380999" y="15239"/>
                </a:lnTo>
                <a:lnTo>
                  <a:pt x="423672" y="33528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18871"/>
                </a:lnTo>
                <a:lnTo>
                  <a:pt x="547116" y="156971"/>
                </a:lnTo>
                <a:lnTo>
                  <a:pt x="565403" y="198119"/>
                </a:lnTo>
                <a:lnTo>
                  <a:pt x="576072" y="242315"/>
                </a:lnTo>
                <a:lnTo>
                  <a:pt x="579119" y="289559"/>
                </a:lnTo>
                <a:lnTo>
                  <a:pt x="576072" y="336803"/>
                </a:lnTo>
                <a:lnTo>
                  <a:pt x="565403" y="380999"/>
                </a:lnTo>
                <a:lnTo>
                  <a:pt x="547116" y="423671"/>
                </a:lnTo>
                <a:lnTo>
                  <a:pt x="524255" y="461771"/>
                </a:lnTo>
                <a:lnTo>
                  <a:pt x="495300" y="495299"/>
                </a:lnTo>
                <a:lnTo>
                  <a:pt x="460247" y="524255"/>
                </a:lnTo>
                <a:lnTo>
                  <a:pt x="423672" y="547115"/>
                </a:lnTo>
                <a:lnTo>
                  <a:pt x="380999" y="565403"/>
                </a:lnTo>
                <a:lnTo>
                  <a:pt x="336803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24324" y="3246981"/>
            <a:ext cx="13335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626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53296" y="2779454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26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70073" y="200064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6260" y="3753611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53296" y="3818771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6260" y="2324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4777" y="239082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56260" y="4530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54777" y="4596065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6260" y="41422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626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51754" y="4987719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626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51754" y="537783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4245" y="1883349"/>
            <a:ext cx="8802370" cy="5168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55600" marR="5080" indent="-343535">
              <a:lnSpc>
                <a:spcPct val="101899"/>
              </a:lnSpc>
              <a:spcBef>
                <a:spcPts val="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proposed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web-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Synchronization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acts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centralized </a:t>
            </a:r>
            <a:r>
              <a:rPr dirty="0" sz="1600">
                <a:latin typeface="Times New Roman"/>
                <a:cs typeface="Times New Roman"/>
              </a:rPr>
              <a:t>platform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capturing,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processing,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delivering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across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distributed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services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instantly.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34245" y="2648413"/>
            <a:ext cx="8683625" cy="5168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55600" marR="5080" indent="-343535">
              <a:lnSpc>
                <a:spcPct val="101899"/>
              </a:lnSpc>
              <a:spcBef>
                <a:spcPts val="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600">
                <a:latin typeface="Times New Roman"/>
                <a:cs typeface="Times New Roman"/>
              </a:rPr>
              <a:t>Producers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such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applications,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mobile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apps,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IoT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sensors,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microservices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publish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the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through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secure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API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WebSocket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connection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JWT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authentication.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4245" y="3413477"/>
            <a:ext cx="9131300" cy="5168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55600" marR="5080" indent="-343535">
              <a:lnSpc>
                <a:spcPct val="101899"/>
              </a:lnSpc>
              <a:spcBef>
                <a:spcPts val="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validates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incoming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event,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assigns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unique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sequence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timestamp,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routes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the </a:t>
            </a:r>
            <a:r>
              <a:rPr dirty="0" sz="1600">
                <a:latin typeface="Times New Roman"/>
                <a:cs typeface="Times New Roman"/>
              </a:rPr>
              <a:t>correct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topic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partition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Apache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Kafka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message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broker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reliable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fan-</a:t>
            </a:r>
            <a:r>
              <a:rPr dirty="0" sz="1600">
                <a:latin typeface="Times New Roman"/>
                <a:cs typeface="Times New Roman"/>
              </a:rPr>
              <a:t>out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delivery.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4245" y="4178541"/>
            <a:ext cx="8990965" cy="5168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55600" marR="5080" indent="-343535">
              <a:lnSpc>
                <a:spcPct val="101899"/>
              </a:lnSpc>
              <a:spcBef>
                <a:spcPts val="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600">
                <a:latin typeface="Times New Roman"/>
                <a:cs typeface="Times New Roman"/>
              </a:rPr>
              <a:t>Subscribed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receive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synchronized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real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through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WebSocket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push,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long-</a:t>
            </a:r>
            <a:r>
              <a:rPr dirty="0" sz="1600">
                <a:latin typeface="Times New Roman"/>
                <a:cs typeface="Times New Roman"/>
              </a:rPr>
              <a:t>polling,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webhook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callbacks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guaranteed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delivery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automatic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retry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failure.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34245" y="4943506"/>
            <a:ext cx="8709025" cy="51689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55600" marR="5080" indent="-343535">
              <a:lnSpc>
                <a:spcPct val="101899"/>
              </a:lnSpc>
              <a:spcBef>
                <a:spcPts val="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600">
                <a:latin typeface="Times New Roman"/>
                <a:cs typeface="Times New Roman"/>
              </a:rPr>
              <a:t>Every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permanently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stored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PostgreSQL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full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payload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metadata,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enabling </a:t>
            </a:r>
            <a:r>
              <a:rPr dirty="0" sz="1600">
                <a:latin typeface="Times New Roman"/>
                <a:cs typeface="Times New Roman"/>
              </a:rPr>
              <a:t>consumers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replay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missed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sequence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offset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fault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recovery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audit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purposes.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4245" y="5708570"/>
            <a:ext cx="9169400" cy="76390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355600" marR="5080" indent="-343535">
              <a:lnSpc>
                <a:spcPct val="101600"/>
              </a:lnSpc>
              <a:spcBef>
                <a:spcPts val="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live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monitoring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dashboard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displays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metrics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such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throughput,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latency,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lag,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error </a:t>
            </a:r>
            <a:r>
              <a:rPr dirty="0" sz="1600">
                <a:latin typeface="Times New Roman"/>
                <a:cs typeface="Times New Roman"/>
              </a:rPr>
              <a:t>rate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interactive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charts,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allowing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administrators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track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health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control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any </a:t>
            </a:r>
            <a:r>
              <a:rPr dirty="0" sz="1600" spc="-10">
                <a:latin typeface="Times New Roman"/>
                <a:cs typeface="Times New Roman"/>
              </a:rPr>
              <a:t>time.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457325">
              <a:lnSpc>
                <a:spcPct val="100000"/>
              </a:lnSpc>
              <a:spcBef>
                <a:spcPts val="90"/>
              </a:spcBef>
            </a:pPr>
            <a:r>
              <a:rPr dirty="0"/>
              <a:t>PROPOSED</a:t>
            </a:r>
            <a:r>
              <a:rPr dirty="0" spc="-170"/>
              <a:t> </a:t>
            </a:r>
            <a:r>
              <a:rPr dirty="0" spc="-10"/>
              <a:t>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6052" y="3496055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7595"/>
                </a:lnTo>
                <a:lnTo>
                  <a:pt x="198119" y="565403"/>
                </a:lnTo>
                <a:lnTo>
                  <a:pt x="156971" y="548639"/>
                </a:lnTo>
                <a:lnTo>
                  <a:pt x="118871" y="525779"/>
                </a:lnTo>
                <a:lnTo>
                  <a:pt x="85343" y="496823"/>
                </a:lnTo>
                <a:lnTo>
                  <a:pt x="56387" y="461771"/>
                </a:lnTo>
                <a:lnTo>
                  <a:pt x="33528" y="425195"/>
                </a:lnTo>
                <a:lnTo>
                  <a:pt x="15240" y="382524"/>
                </a:lnTo>
                <a:lnTo>
                  <a:pt x="4571" y="338327"/>
                </a:lnTo>
                <a:lnTo>
                  <a:pt x="0" y="291083"/>
                </a:lnTo>
                <a:lnTo>
                  <a:pt x="4571" y="243839"/>
                </a:lnTo>
                <a:lnTo>
                  <a:pt x="15240" y="199643"/>
                </a:lnTo>
                <a:lnTo>
                  <a:pt x="33528" y="158495"/>
                </a:lnTo>
                <a:lnTo>
                  <a:pt x="56387" y="120395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3528"/>
                </a:lnTo>
                <a:lnTo>
                  <a:pt x="198119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6803" y="4571"/>
                </a:lnTo>
                <a:lnTo>
                  <a:pt x="380999" y="15239"/>
                </a:lnTo>
                <a:lnTo>
                  <a:pt x="423672" y="33528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20395"/>
                </a:lnTo>
                <a:lnTo>
                  <a:pt x="547116" y="158495"/>
                </a:lnTo>
                <a:lnTo>
                  <a:pt x="565403" y="199643"/>
                </a:lnTo>
                <a:lnTo>
                  <a:pt x="576072" y="243839"/>
                </a:lnTo>
                <a:lnTo>
                  <a:pt x="579119" y="291083"/>
                </a:lnTo>
                <a:lnTo>
                  <a:pt x="576072" y="338327"/>
                </a:lnTo>
                <a:lnTo>
                  <a:pt x="565403" y="382524"/>
                </a:lnTo>
                <a:lnTo>
                  <a:pt x="547116" y="425195"/>
                </a:lnTo>
                <a:lnTo>
                  <a:pt x="524255" y="461771"/>
                </a:lnTo>
                <a:lnTo>
                  <a:pt x="495300" y="496823"/>
                </a:lnTo>
                <a:lnTo>
                  <a:pt x="460247" y="525779"/>
                </a:lnTo>
                <a:lnTo>
                  <a:pt x="423672" y="548639"/>
                </a:lnTo>
                <a:lnTo>
                  <a:pt x="380999" y="565403"/>
                </a:lnTo>
                <a:lnTo>
                  <a:pt x="336803" y="577595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0473" y="3640149"/>
            <a:ext cx="13335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6260" y="2715767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56260" y="1938527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7848"/>
                </a:lnTo>
                <a:lnTo>
                  <a:pt x="149351" y="316991"/>
                </a:lnTo>
                <a:lnTo>
                  <a:pt x="196595" y="307848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0073" y="200373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56260" y="3105911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50213" y="317258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6260" y="232714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54777" y="2393844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7880" y="1877219"/>
            <a:ext cx="85598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>
                <a:latin typeface="Times New Roman"/>
                <a:cs typeface="Times New Roman"/>
              </a:rPr>
              <a:t>Producers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(web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apps,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mobile,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IoT,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microservices)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send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WebSocket.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47880" y="2396984"/>
            <a:ext cx="845121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API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Gateway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validates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every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incoming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checking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authentication,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rate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limits,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JSON </a:t>
            </a:r>
            <a:r>
              <a:rPr dirty="0" sz="1600">
                <a:latin typeface="Times New Roman"/>
                <a:cs typeface="Times New Roman"/>
              </a:rPr>
              <a:t>schema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before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enters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47880" y="3161949"/>
            <a:ext cx="866584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Core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sequences,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deduplicates,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routes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correct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Kafka/RabbitMQ </a:t>
            </a:r>
            <a:r>
              <a:rPr dirty="0" sz="1600">
                <a:latin typeface="Times New Roman"/>
                <a:cs typeface="Times New Roman"/>
              </a:rPr>
              <a:t>topic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partition.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7880" y="3925530"/>
            <a:ext cx="897318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Message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Broker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fans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out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subscribed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simultaneously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via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WebSocket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push, </a:t>
            </a:r>
            <a:r>
              <a:rPr dirty="0" sz="1600">
                <a:latin typeface="Times New Roman"/>
                <a:cs typeface="Times New Roman"/>
              </a:rPr>
              <a:t>REST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polling,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webhooks.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47880" y="4690594"/>
            <a:ext cx="885380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marR="5080" indent="-2851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>
                <a:latin typeface="Times New Roman"/>
                <a:cs typeface="Times New Roman"/>
              </a:rPr>
              <a:t>Every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persisted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PostgreSQL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replay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audit,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while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Redis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caching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 spc="-10">
                <a:latin typeface="Times New Roman"/>
                <a:cs typeface="Times New Roman"/>
              </a:rPr>
              <a:t>deduplication.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56260" y="45339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56260" y="414528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56260" y="4917948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56260" y="530809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51754" y="4210425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4777" y="459907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1754" y="498313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1754" y="537170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749540" y="775715"/>
            <a:ext cx="2936875" cy="944880"/>
            <a:chOff x="7749540" y="775715"/>
            <a:chExt cx="2936875" cy="944880"/>
          </a:xfrm>
        </p:grpSpPr>
        <p:sp>
          <p:nvSpPr>
            <p:cNvPr id="25" name="object 25"/>
            <p:cNvSpPr/>
            <p:nvPr/>
          </p:nvSpPr>
          <p:spPr>
            <a:xfrm>
              <a:off x="7749540" y="775715"/>
              <a:ext cx="2936875" cy="944880"/>
            </a:xfrm>
            <a:custGeom>
              <a:avLst/>
              <a:gdLst/>
              <a:ahLst/>
              <a:cxnLst/>
              <a:rect l="l" t="t" r="r" b="b"/>
              <a:pathLst>
                <a:path w="2936875" h="944880">
                  <a:moveTo>
                    <a:pt x="2936748" y="582168"/>
                  </a:moveTo>
                  <a:lnTo>
                    <a:pt x="2916936" y="582168"/>
                  </a:lnTo>
                  <a:lnTo>
                    <a:pt x="2897124" y="592836"/>
                  </a:lnTo>
                  <a:lnTo>
                    <a:pt x="2860548" y="592836"/>
                  </a:lnTo>
                  <a:lnTo>
                    <a:pt x="2820924" y="601980"/>
                  </a:lnTo>
                  <a:lnTo>
                    <a:pt x="2822448" y="601980"/>
                  </a:lnTo>
                  <a:lnTo>
                    <a:pt x="2782824" y="611124"/>
                  </a:lnTo>
                  <a:lnTo>
                    <a:pt x="2746248" y="611124"/>
                  </a:lnTo>
                  <a:lnTo>
                    <a:pt x="2726436" y="620268"/>
                  </a:lnTo>
                  <a:lnTo>
                    <a:pt x="2650236" y="620268"/>
                  </a:lnTo>
                  <a:lnTo>
                    <a:pt x="2610612" y="630936"/>
                  </a:lnTo>
                  <a:lnTo>
                    <a:pt x="2552700" y="630936"/>
                  </a:lnTo>
                  <a:lnTo>
                    <a:pt x="2513076" y="640080"/>
                  </a:lnTo>
                  <a:lnTo>
                    <a:pt x="2159508" y="640080"/>
                  </a:lnTo>
                  <a:lnTo>
                    <a:pt x="2138172" y="630936"/>
                  </a:lnTo>
                  <a:lnTo>
                    <a:pt x="2061972" y="630936"/>
                  </a:lnTo>
                  <a:lnTo>
                    <a:pt x="2022348" y="620268"/>
                  </a:lnTo>
                  <a:lnTo>
                    <a:pt x="1946148" y="620268"/>
                  </a:lnTo>
                  <a:lnTo>
                    <a:pt x="1926336" y="611124"/>
                  </a:lnTo>
                  <a:lnTo>
                    <a:pt x="1889760" y="611124"/>
                  </a:lnTo>
                  <a:lnTo>
                    <a:pt x="1868424" y="601980"/>
                  </a:lnTo>
                  <a:lnTo>
                    <a:pt x="1851660" y="601980"/>
                  </a:lnTo>
                  <a:lnTo>
                    <a:pt x="1812036" y="592836"/>
                  </a:lnTo>
                  <a:lnTo>
                    <a:pt x="1775460" y="592836"/>
                  </a:lnTo>
                  <a:lnTo>
                    <a:pt x="1755648" y="582168"/>
                  </a:lnTo>
                  <a:lnTo>
                    <a:pt x="1719072" y="582168"/>
                  </a:lnTo>
                  <a:lnTo>
                    <a:pt x="1699260" y="573024"/>
                  </a:lnTo>
                  <a:lnTo>
                    <a:pt x="1682496" y="573024"/>
                  </a:lnTo>
                  <a:lnTo>
                    <a:pt x="1662684" y="563880"/>
                  </a:lnTo>
                  <a:lnTo>
                    <a:pt x="1626108" y="554736"/>
                  </a:lnTo>
                  <a:lnTo>
                    <a:pt x="1607820" y="554736"/>
                  </a:lnTo>
                  <a:lnTo>
                    <a:pt x="1588008" y="544068"/>
                  </a:lnTo>
                  <a:lnTo>
                    <a:pt x="1552956" y="544068"/>
                  </a:lnTo>
                  <a:lnTo>
                    <a:pt x="1533144" y="536448"/>
                  </a:lnTo>
                  <a:lnTo>
                    <a:pt x="1534655" y="536448"/>
                  </a:lnTo>
                  <a:lnTo>
                    <a:pt x="1514856" y="525780"/>
                  </a:lnTo>
                  <a:lnTo>
                    <a:pt x="1516354" y="536448"/>
                  </a:lnTo>
                  <a:lnTo>
                    <a:pt x="1496568" y="525780"/>
                  </a:lnTo>
                  <a:lnTo>
                    <a:pt x="1498092" y="525780"/>
                  </a:lnTo>
                  <a:lnTo>
                    <a:pt x="1478280" y="516636"/>
                  </a:lnTo>
                  <a:lnTo>
                    <a:pt x="1461516" y="516636"/>
                  </a:lnTo>
                  <a:lnTo>
                    <a:pt x="1443228" y="505968"/>
                  </a:lnTo>
                  <a:lnTo>
                    <a:pt x="1426464" y="505968"/>
                  </a:lnTo>
                  <a:lnTo>
                    <a:pt x="1406652" y="498348"/>
                  </a:lnTo>
                  <a:lnTo>
                    <a:pt x="1389888" y="498348"/>
                  </a:lnTo>
                  <a:lnTo>
                    <a:pt x="1353312" y="478536"/>
                  </a:lnTo>
                  <a:lnTo>
                    <a:pt x="1336548" y="478536"/>
                  </a:lnTo>
                  <a:lnTo>
                    <a:pt x="1299972" y="460248"/>
                  </a:lnTo>
                  <a:lnTo>
                    <a:pt x="1283208" y="460248"/>
                  </a:lnTo>
                  <a:lnTo>
                    <a:pt x="1264920" y="449580"/>
                  </a:lnTo>
                  <a:lnTo>
                    <a:pt x="1266444" y="449580"/>
                  </a:lnTo>
                  <a:lnTo>
                    <a:pt x="1248156" y="440436"/>
                  </a:lnTo>
                  <a:lnTo>
                    <a:pt x="1229855" y="429768"/>
                  </a:lnTo>
                  <a:lnTo>
                    <a:pt x="1231392" y="440436"/>
                  </a:lnTo>
                  <a:lnTo>
                    <a:pt x="1194816" y="422148"/>
                  </a:lnTo>
                  <a:lnTo>
                    <a:pt x="1196340" y="422148"/>
                  </a:lnTo>
                  <a:lnTo>
                    <a:pt x="1178052" y="411480"/>
                  </a:lnTo>
                  <a:lnTo>
                    <a:pt x="1179576" y="411480"/>
                  </a:lnTo>
                  <a:lnTo>
                    <a:pt x="1143000" y="402336"/>
                  </a:lnTo>
                  <a:lnTo>
                    <a:pt x="1144524" y="402336"/>
                  </a:lnTo>
                  <a:lnTo>
                    <a:pt x="1126236" y="391668"/>
                  </a:lnTo>
                  <a:lnTo>
                    <a:pt x="1127760" y="391668"/>
                  </a:lnTo>
                  <a:lnTo>
                    <a:pt x="1109472" y="384048"/>
                  </a:lnTo>
                  <a:lnTo>
                    <a:pt x="1092708" y="384048"/>
                  </a:lnTo>
                  <a:lnTo>
                    <a:pt x="1040892" y="353568"/>
                  </a:lnTo>
                  <a:lnTo>
                    <a:pt x="1042416" y="353568"/>
                  </a:lnTo>
                  <a:lnTo>
                    <a:pt x="1024128" y="345948"/>
                  </a:lnTo>
                  <a:lnTo>
                    <a:pt x="1025652" y="345948"/>
                  </a:lnTo>
                  <a:lnTo>
                    <a:pt x="1007364" y="335280"/>
                  </a:lnTo>
                  <a:lnTo>
                    <a:pt x="992124" y="335280"/>
                  </a:lnTo>
                  <a:lnTo>
                    <a:pt x="925068" y="297180"/>
                  </a:lnTo>
                  <a:lnTo>
                    <a:pt x="926592" y="297180"/>
                  </a:lnTo>
                  <a:lnTo>
                    <a:pt x="908304" y="288036"/>
                  </a:lnTo>
                  <a:lnTo>
                    <a:pt x="909828" y="288036"/>
                  </a:lnTo>
                  <a:lnTo>
                    <a:pt x="891540" y="277368"/>
                  </a:lnTo>
                  <a:lnTo>
                    <a:pt x="893064" y="277368"/>
                  </a:lnTo>
                  <a:lnTo>
                    <a:pt x="859536" y="259080"/>
                  </a:lnTo>
                  <a:lnTo>
                    <a:pt x="861060" y="259080"/>
                  </a:lnTo>
                  <a:lnTo>
                    <a:pt x="810768" y="239268"/>
                  </a:lnTo>
                  <a:lnTo>
                    <a:pt x="812292" y="239268"/>
                  </a:lnTo>
                  <a:lnTo>
                    <a:pt x="778764" y="220980"/>
                  </a:lnTo>
                  <a:lnTo>
                    <a:pt x="780288" y="220980"/>
                  </a:lnTo>
                  <a:lnTo>
                    <a:pt x="763524" y="211836"/>
                  </a:lnTo>
                  <a:lnTo>
                    <a:pt x="765048" y="211836"/>
                  </a:lnTo>
                  <a:lnTo>
                    <a:pt x="731520" y="193548"/>
                  </a:lnTo>
                  <a:lnTo>
                    <a:pt x="733044" y="193548"/>
                  </a:lnTo>
                  <a:lnTo>
                    <a:pt x="716280" y="182880"/>
                  </a:lnTo>
                  <a:lnTo>
                    <a:pt x="717804" y="182880"/>
                  </a:lnTo>
                  <a:lnTo>
                    <a:pt x="710184" y="173736"/>
                  </a:lnTo>
                  <a:lnTo>
                    <a:pt x="701040" y="163068"/>
                  </a:lnTo>
                  <a:lnTo>
                    <a:pt x="701040" y="173736"/>
                  </a:lnTo>
                  <a:lnTo>
                    <a:pt x="685800" y="163068"/>
                  </a:lnTo>
                  <a:lnTo>
                    <a:pt x="669036" y="144780"/>
                  </a:lnTo>
                  <a:lnTo>
                    <a:pt x="670560" y="144780"/>
                  </a:lnTo>
                  <a:lnTo>
                    <a:pt x="653796" y="135636"/>
                  </a:lnTo>
                  <a:lnTo>
                    <a:pt x="655320" y="135636"/>
                  </a:lnTo>
                  <a:lnTo>
                    <a:pt x="638556" y="124968"/>
                  </a:lnTo>
                  <a:lnTo>
                    <a:pt x="640080" y="124968"/>
                  </a:lnTo>
                  <a:lnTo>
                    <a:pt x="623316" y="117348"/>
                  </a:lnTo>
                  <a:lnTo>
                    <a:pt x="624840" y="117348"/>
                  </a:lnTo>
                  <a:lnTo>
                    <a:pt x="608076" y="106680"/>
                  </a:lnTo>
                  <a:lnTo>
                    <a:pt x="609600" y="106680"/>
                  </a:lnTo>
                  <a:lnTo>
                    <a:pt x="592836" y="97536"/>
                  </a:lnTo>
                  <a:lnTo>
                    <a:pt x="594360" y="97536"/>
                  </a:lnTo>
                  <a:lnTo>
                    <a:pt x="577596" y="86868"/>
                  </a:lnTo>
                  <a:lnTo>
                    <a:pt x="579120" y="86868"/>
                  </a:lnTo>
                  <a:lnTo>
                    <a:pt x="562356" y="79248"/>
                  </a:lnTo>
                  <a:lnTo>
                    <a:pt x="563880" y="79248"/>
                  </a:lnTo>
                  <a:lnTo>
                    <a:pt x="548640" y="68580"/>
                  </a:lnTo>
                  <a:lnTo>
                    <a:pt x="541020" y="59436"/>
                  </a:lnTo>
                  <a:lnTo>
                    <a:pt x="533387" y="48768"/>
                  </a:lnTo>
                  <a:lnTo>
                    <a:pt x="533387" y="59423"/>
                  </a:lnTo>
                  <a:lnTo>
                    <a:pt x="525780" y="48768"/>
                  </a:lnTo>
                  <a:lnTo>
                    <a:pt x="518160" y="41148"/>
                  </a:lnTo>
                  <a:lnTo>
                    <a:pt x="518160" y="48768"/>
                  </a:lnTo>
                  <a:lnTo>
                    <a:pt x="502920" y="30480"/>
                  </a:lnTo>
                  <a:lnTo>
                    <a:pt x="504444" y="30480"/>
                  </a:lnTo>
                  <a:lnTo>
                    <a:pt x="473964" y="10668"/>
                  </a:lnTo>
                  <a:lnTo>
                    <a:pt x="475488" y="10668"/>
                  </a:lnTo>
                  <a:lnTo>
                    <a:pt x="458724" y="3048"/>
                  </a:lnTo>
                  <a:lnTo>
                    <a:pt x="460248" y="3048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3048" y="3048"/>
                  </a:lnTo>
                  <a:lnTo>
                    <a:pt x="16764" y="10668"/>
                  </a:lnTo>
                  <a:lnTo>
                    <a:pt x="47244" y="41148"/>
                  </a:lnTo>
                  <a:lnTo>
                    <a:pt x="60960" y="48768"/>
                  </a:lnTo>
                  <a:lnTo>
                    <a:pt x="121920" y="106680"/>
                  </a:lnTo>
                  <a:lnTo>
                    <a:pt x="137160" y="124968"/>
                  </a:lnTo>
                  <a:lnTo>
                    <a:pt x="166116" y="144780"/>
                  </a:lnTo>
                  <a:lnTo>
                    <a:pt x="181356" y="163068"/>
                  </a:lnTo>
                  <a:lnTo>
                    <a:pt x="211836" y="182880"/>
                  </a:lnTo>
                  <a:lnTo>
                    <a:pt x="228600" y="201168"/>
                  </a:lnTo>
                  <a:lnTo>
                    <a:pt x="259080" y="220980"/>
                  </a:lnTo>
                  <a:lnTo>
                    <a:pt x="275844" y="239268"/>
                  </a:lnTo>
                  <a:lnTo>
                    <a:pt x="291084" y="249936"/>
                  </a:lnTo>
                  <a:lnTo>
                    <a:pt x="307848" y="259080"/>
                  </a:lnTo>
                  <a:lnTo>
                    <a:pt x="323088" y="277368"/>
                  </a:lnTo>
                  <a:lnTo>
                    <a:pt x="356616" y="297180"/>
                  </a:lnTo>
                  <a:lnTo>
                    <a:pt x="371856" y="307848"/>
                  </a:lnTo>
                  <a:lnTo>
                    <a:pt x="388620" y="315468"/>
                  </a:lnTo>
                  <a:lnTo>
                    <a:pt x="422148" y="345948"/>
                  </a:lnTo>
                  <a:lnTo>
                    <a:pt x="455676" y="364236"/>
                  </a:lnTo>
                  <a:lnTo>
                    <a:pt x="489204" y="391668"/>
                  </a:lnTo>
                  <a:lnTo>
                    <a:pt x="541020" y="422148"/>
                  </a:lnTo>
                  <a:lnTo>
                    <a:pt x="591312" y="460248"/>
                  </a:lnTo>
                  <a:lnTo>
                    <a:pt x="609600" y="467868"/>
                  </a:lnTo>
                  <a:lnTo>
                    <a:pt x="626364" y="478536"/>
                  </a:lnTo>
                  <a:lnTo>
                    <a:pt x="644652" y="487680"/>
                  </a:lnTo>
                  <a:lnTo>
                    <a:pt x="661416" y="498348"/>
                  </a:lnTo>
                  <a:lnTo>
                    <a:pt x="751332" y="544068"/>
                  </a:lnTo>
                  <a:lnTo>
                    <a:pt x="768096" y="554736"/>
                  </a:lnTo>
                  <a:lnTo>
                    <a:pt x="952500" y="649224"/>
                  </a:lnTo>
                  <a:lnTo>
                    <a:pt x="970788" y="649224"/>
                  </a:lnTo>
                  <a:lnTo>
                    <a:pt x="1007364" y="669036"/>
                  </a:lnTo>
                  <a:lnTo>
                    <a:pt x="1027176" y="678180"/>
                  </a:lnTo>
                  <a:lnTo>
                    <a:pt x="1045464" y="687324"/>
                  </a:lnTo>
                  <a:lnTo>
                    <a:pt x="1065276" y="696468"/>
                  </a:lnTo>
                  <a:lnTo>
                    <a:pt x="1083564" y="696468"/>
                  </a:lnTo>
                  <a:lnTo>
                    <a:pt x="1103376" y="707136"/>
                  </a:lnTo>
                  <a:lnTo>
                    <a:pt x="1121664" y="716280"/>
                  </a:lnTo>
                  <a:lnTo>
                    <a:pt x="1141476" y="725424"/>
                  </a:lnTo>
                  <a:lnTo>
                    <a:pt x="1159764" y="734568"/>
                  </a:lnTo>
                  <a:lnTo>
                    <a:pt x="1179576" y="734568"/>
                  </a:lnTo>
                  <a:lnTo>
                    <a:pt x="1219200" y="754380"/>
                  </a:lnTo>
                  <a:lnTo>
                    <a:pt x="1237488" y="754380"/>
                  </a:lnTo>
                  <a:lnTo>
                    <a:pt x="1257300" y="763524"/>
                  </a:lnTo>
                  <a:lnTo>
                    <a:pt x="1435608" y="821436"/>
                  </a:lnTo>
                  <a:lnTo>
                    <a:pt x="1455420" y="821436"/>
                  </a:lnTo>
                  <a:lnTo>
                    <a:pt x="1495044" y="839724"/>
                  </a:lnTo>
                  <a:lnTo>
                    <a:pt x="1516380" y="839724"/>
                  </a:lnTo>
                  <a:lnTo>
                    <a:pt x="1556004" y="848868"/>
                  </a:lnTo>
                  <a:lnTo>
                    <a:pt x="1577340" y="859536"/>
                  </a:lnTo>
                  <a:lnTo>
                    <a:pt x="1616964" y="868680"/>
                  </a:lnTo>
                  <a:lnTo>
                    <a:pt x="1638300" y="868680"/>
                  </a:lnTo>
                  <a:lnTo>
                    <a:pt x="1658112" y="877824"/>
                  </a:lnTo>
                  <a:lnTo>
                    <a:pt x="1699260" y="877824"/>
                  </a:lnTo>
                  <a:lnTo>
                    <a:pt x="1720596" y="886968"/>
                  </a:lnTo>
                  <a:lnTo>
                    <a:pt x="1740408" y="886968"/>
                  </a:lnTo>
                  <a:lnTo>
                    <a:pt x="1761731" y="897636"/>
                  </a:lnTo>
                  <a:lnTo>
                    <a:pt x="1802879" y="897636"/>
                  </a:lnTo>
                  <a:lnTo>
                    <a:pt x="1845551" y="906780"/>
                  </a:lnTo>
                  <a:lnTo>
                    <a:pt x="1865363" y="906780"/>
                  </a:lnTo>
                  <a:lnTo>
                    <a:pt x="1929371" y="915924"/>
                  </a:lnTo>
                  <a:lnTo>
                    <a:pt x="1950720" y="915924"/>
                  </a:lnTo>
                  <a:lnTo>
                    <a:pt x="1972056" y="925068"/>
                  </a:lnTo>
                  <a:lnTo>
                    <a:pt x="2013191" y="925068"/>
                  </a:lnTo>
                  <a:lnTo>
                    <a:pt x="2162556" y="935736"/>
                  </a:lnTo>
                  <a:lnTo>
                    <a:pt x="2206752" y="935736"/>
                  </a:lnTo>
                  <a:lnTo>
                    <a:pt x="2228088" y="944880"/>
                  </a:lnTo>
                  <a:lnTo>
                    <a:pt x="2444483" y="944880"/>
                  </a:lnTo>
                  <a:lnTo>
                    <a:pt x="2465819" y="935736"/>
                  </a:lnTo>
                  <a:lnTo>
                    <a:pt x="2531351" y="935736"/>
                  </a:lnTo>
                  <a:lnTo>
                    <a:pt x="2659380" y="925068"/>
                  </a:lnTo>
                  <a:lnTo>
                    <a:pt x="2700515" y="925068"/>
                  </a:lnTo>
                  <a:lnTo>
                    <a:pt x="2721851" y="915924"/>
                  </a:lnTo>
                  <a:lnTo>
                    <a:pt x="2785859" y="915924"/>
                  </a:lnTo>
                  <a:lnTo>
                    <a:pt x="2805671" y="906780"/>
                  </a:lnTo>
                  <a:lnTo>
                    <a:pt x="2869679" y="897636"/>
                  </a:lnTo>
                  <a:lnTo>
                    <a:pt x="2910827" y="897636"/>
                  </a:lnTo>
                  <a:lnTo>
                    <a:pt x="2930652" y="886968"/>
                  </a:lnTo>
                  <a:lnTo>
                    <a:pt x="2936748" y="886968"/>
                  </a:lnTo>
                  <a:lnTo>
                    <a:pt x="2936748" y="640080"/>
                  </a:lnTo>
                  <a:lnTo>
                    <a:pt x="2936748" y="582168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39" y="1310640"/>
              <a:ext cx="548639" cy="140207"/>
            </a:xfrm>
            <a:prstGeom prst="rect">
              <a:avLst/>
            </a:prstGeom>
          </p:spPr>
        </p:pic>
      </p:grp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PROPOSED</a:t>
            </a:r>
            <a:r>
              <a:rPr dirty="0" spc="-135"/>
              <a:t> </a:t>
            </a:r>
            <a:r>
              <a:rPr dirty="0" spc="-25"/>
              <a:t>SYSTEM</a:t>
            </a:r>
            <a:r>
              <a:rPr dirty="0" spc="-180"/>
              <a:t> </a:t>
            </a:r>
            <a:r>
              <a:rPr dirty="0" spc="-10"/>
              <a:t>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4159" y="467569"/>
            <a:ext cx="6457950" cy="45148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PROPOSED</a:t>
            </a:r>
            <a:r>
              <a:rPr dirty="0" spc="-130"/>
              <a:t> </a:t>
            </a:r>
            <a:r>
              <a:rPr dirty="0" spc="-25"/>
              <a:t>SYSTEM</a:t>
            </a:r>
            <a:r>
              <a:rPr dirty="0" spc="-180"/>
              <a:t> </a:t>
            </a:r>
            <a:r>
              <a:rPr dirty="0" spc="-1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1992" y="1065275"/>
            <a:ext cx="7257287" cy="63093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291" y="3884676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6071"/>
                </a:lnTo>
                <a:lnTo>
                  <a:pt x="198119" y="563879"/>
                </a:lnTo>
                <a:lnTo>
                  <a:pt x="156971" y="547115"/>
                </a:lnTo>
                <a:lnTo>
                  <a:pt x="118871" y="522731"/>
                </a:lnTo>
                <a:lnTo>
                  <a:pt x="85343" y="493775"/>
                </a:lnTo>
                <a:lnTo>
                  <a:pt x="56387" y="460247"/>
                </a:lnTo>
                <a:lnTo>
                  <a:pt x="33528" y="422147"/>
                </a:lnTo>
                <a:lnTo>
                  <a:pt x="15240" y="380999"/>
                </a:lnTo>
                <a:lnTo>
                  <a:pt x="4571" y="336803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8" y="156971"/>
                </a:lnTo>
                <a:lnTo>
                  <a:pt x="56387" y="118871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2003"/>
                </a:lnTo>
                <a:lnTo>
                  <a:pt x="198119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6803" y="4571"/>
                </a:lnTo>
                <a:lnTo>
                  <a:pt x="380999" y="15239"/>
                </a:lnTo>
                <a:lnTo>
                  <a:pt x="423672" y="32003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18871"/>
                </a:lnTo>
                <a:lnTo>
                  <a:pt x="547116" y="156971"/>
                </a:lnTo>
                <a:lnTo>
                  <a:pt x="565403" y="198119"/>
                </a:lnTo>
                <a:lnTo>
                  <a:pt x="576072" y="242315"/>
                </a:lnTo>
                <a:lnTo>
                  <a:pt x="579119" y="289559"/>
                </a:lnTo>
                <a:lnTo>
                  <a:pt x="576072" y="336803"/>
                </a:lnTo>
                <a:lnTo>
                  <a:pt x="565403" y="380999"/>
                </a:lnTo>
                <a:lnTo>
                  <a:pt x="547116" y="422147"/>
                </a:lnTo>
                <a:lnTo>
                  <a:pt x="524255" y="460247"/>
                </a:lnTo>
                <a:lnTo>
                  <a:pt x="495300" y="493775"/>
                </a:lnTo>
                <a:lnTo>
                  <a:pt x="460247" y="522731"/>
                </a:lnTo>
                <a:lnTo>
                  <a:pt x="423672" y="547115"/>
                </a:lnTo>
                <a:lnTo>
                  <a:pt x="380999" y="563879"/>
                </a:lnTo>
                <a:lnTo>
                  <a:pt x="336803" y="576071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2579" y="4027264"/>
            <a:ext cx="13335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50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1500" y="2324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1500" y="4530852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65447" y="2000648"/>
            <a:ext cx="114300" cy="173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66989" y="4596065"/>
            <a:ext cx="96520" cy="9563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09867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WORKFLOW</a:t>
            </a: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88592" y="1725167"/>
            <a:ext cx="8164067" cy="55001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291" y="4268723"/>
            <a:ext cx="579120" cy="581025"/>
          </a:xfrm>
          <a:custGeom>
            <a:avLst/>
            <a:gdLst/>
            <a:ahLst/>
            <a:cxnLst/>
            <a:rect l="l" t="t" r="r" b="b"/>
            <a:pathLst>
              <a:path w="579119" h="581025">
                <a:moveTo>
                  <a:pt x="289559" y="580643"/>
                </a:moveTo>
                <a:lnTo>
                  <a:pt x="242315" y="576071"/>
                </a:lnTo>
                <a:lnTo>
                  <a:pt x="198119" y="565403"/>
                </a:lnTo>
                <a:lnTo>
                  <a:pt x="156971" y="548639"/>
                </a:lnTo>
                <a:lnTo>
                  <a:pt x="118871" y="524255"/>
                </a:lnTo>
                <a:lnTo>
                  <a:pt x="85343" y="495299"/>
                </a:lnTo>
                <a:lnTo>
                  <a:pt x="56387" y="461771"/>
                </a:lnTo>
                <a:lnTo>
                  <a:pt x="33528" y="423671"/>
                </a:lnTo>
                <a:lnTo>
                  <a:pt x="15240" y="382524"/>
                </a:lnTo>
                <a:lnTo>
                  <a:pt x="4571" y="336803"/>
                </a:lnTo>
                <a:lnTo>
                  <a:pt x="0" y="289560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8" y="156971"/>
                </a:lnTo>
                <a:lnTo>
                  <a:pt x="56387" y="118871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2004"/>
                </a:lnTo>
                <a:lnTo>
                  <a:pt x="198119" y="15239"/>
                </a:lnTo>
                <a:lnTo>
                  <a:pt x="242315" y="4571"/>
                </a:lnTo>
                <a:lnTo>
                  <a:pt x="289559" y="0"/>
                </a:lnTo>
                <a:lnTo>
                  <a:pt x="336803" y="4571"/>
                </a:lnTo>
                <a:lnTo>
                  <a:pt x="380999" y="15239"/>
                </a:lnTo>
                <a:lnTo>
                  <a:pt x="423672" y="32004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18871"/>
                </a:lnTo>
                <a:lnTo>
                  <a:pt x="547116" y="156971"/>
                </a:lnTo>
                <a:lnTo>
                  <a:pt x="565403" y="198119"/>
                </a:lnTo>
                <a:lnTo>
                  <a:pt x="576072" y="242315"/>
                </a:lnTo>
                <a:lnTo>
                  <a:pt x="579119" y="289560"/>
                </a:lnTo>
                <a:lnTo>
                  <a:pt x="576072" y="336803"/>
                </a:lnTo>
                <a:lnTo>
                  <a:pt x="565403" y="382524"/>
                </a:lnTo>
                <a:lnTo>
                  <a:pt x="547116" y="423671"/>
                </a:lnTo>
                <a:lnTo>
                  <a:pt x="524255" y="461771"/>
                </a:lnTo>
                <a:lnTo>
                  <a:pt x="495300" y="495299"/>
                </a:lnTo>
                <a:lnTo>
                  <a:pt x="460247" y="524255"/>
                </a:lnTo>
                <a:lnTo>
                  <a:pt x="423672" y="548639"/>
                </a:lnTo>
                <a:lnTo>
                  <a:pt x="380999" y="565403"/>
                </a:lnTo>
                <a:lnTo>
                  <a:pt x="336803" y="576071"/>
                </a:lnTo>
                <a:lnTo>
                  <a:pt x="289559" y="580643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8531" y="2779454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50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85307" y="200064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65447" y="3169566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500" y="2324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0073" y="239082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6989" y="3949836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8531" y="355967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1500" y="4920996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66989" y="4987719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66989" y="537783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10640"/>
            <a:ext cx="548639" cy="140207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29995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TECHNOLOGIES</a:t>
            </a:r>
            <a:r>
              <a:rPr dirty="0" spc="-90"/>
              <a:t> </a:t>
            </a:r>
            <a:r>
              <a:rPr dirty="0" spc="-20"/>
              <a:t>USED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009883" y="1607125"/>
            <a:ext cx="230822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b="1">
                <a:latin typeface="Times New Roman"/>
                <a:cs typeface="Times New Roman"/>
              </a:rPr>
              <a:t>Frontend</a:t>
            </a:r>
            <a:r>
              <a:rPr dirty="0" sz="1850" spc="-95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Technologies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09923" y="1900157"/>
            <a:ext cx="3601720" cy="1753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 b="1">
                <a:latin typeface="Times New Roman"/>
                <a:cs typeface="Times New Roman"/>
              </a:rPr>
              <a:t>React.js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Single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Page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UI</a:t>
            </a:r>
            <a:endParaRPr sz="16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 b="1">
                <a:latin typeface="Times New Roman"/>
                <a:cs typeface="Times New Roman"/>
              </a:rPr>
              <a:t>WebSocket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Client</a:t>
            </a:r>
            <a:r>
              <a:rPr dirty="0" sz="1600" spc="-5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(STOMP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/</a:t>
            </a:r>
            <a:endParaRPr sz="1600">
              <a:latin typeface="Times New Roman"/>
              <a:cs typeface="Times New Roman"/>
            </a:endParaRPr>
          </a:p>
          <a:p>
            <a:pPr marL="297180" marR="5080">
              <a:lnSpc>
                <a:spcPct val="100000"/>
              </a:lnSpc>
            </a:pPr>
            <a:r>
              <a:rPr dirty="0" sz="1600" b="1">
                <a:latin typeface="Times New Roman"/>
                <a:cs typeface="Times New Roman"/>
              </a:rPr>
              <a:t>SockJS)</a:t>
            </a:r>
            <a:r>
              <a:rPr dirty="0" sz="1600" spc="-3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streaming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to </a:t>
            </a:r>
            <a:r>
              <a:rPr dirty="0" sz="1600" spc="-10">
                <a:latin typeface="Times New Roman"/>
                <a:cs typeface="Times New Roman"/>
              </a:rPr>
              <a:t>browser</a:t>
            </a:r>
            <a:endParaRPr sz="16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 b="1">
                <a:latin typeface="Times New Roman"/>
                <a:cs typeface="Times New Roman"/>
              </a:rPr>
              <a:t>TailwindCSS</a:t>
            </a:r>
            <a:r>
              <a:rPr dirty="0" sz="1600" spc="-5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styling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layout</a:t>
            </a:r>
            <a:endParaRPr sz="1600">
              <a:latin typeface="Times New Roman"/>
              <a:cs typeface="Times New Roman"/>
            </a:endParaRPr>
          </a:p>
          <a:p>
            <a:pPr marL="297180" marR="46990" indent="-285115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 b="1">
                <a:latin typeface="Times New Roman"/>
                <a:cs typeface="Times New Roman"/>
              </a:rPr>
              <a:t>Chart.js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live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throughput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latency charts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72117" y="1565956"/>
            <a:ext cx="224980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b="1">
                <a:latin typeface="Times New Roman"/>
                <a:cs typeface="Times New Roman"/>
              </a:rPr>
              <a:t>Backend</a:t>
            </a:r>
            <a:r>
              <a:rPr dirty="0" sz="1850" spc="-50" b="1">
                <a:latin typeface="Times New Roman"/>
                <a:cs typeface="Times New Roman"/>
              </a:rPr>
              <a:t> </a:t>
            </a:r>
            <a:r>
              <a:rPr dirty="0" sz="1850" spc="-10" b="1">
                <a:latin typeface="Times New Roman"/>
                <a:cs typeface="Times New Roman"/>
              </a:rPr>
              <a:t>Technologies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72170" y="1855962"/>
            <a:ext cx="3910965" cy="2242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165" indent="-2870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b="1">
                <a:latin typeface="Times New Roman"/>
                <a:cs typeface="Times New Roman"/>
              </a:rPr>
              <a:t>Java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17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(Spring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Boot)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main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application framework</a:t>
            </a:r>
            <a:endParaRPr sz="16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4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b="1">
                <a:latin typeface="Times New Roman"/>
                <a:cs typeface="Times New Roman"/>
              </a:rPr>
              <a:t>Spring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Web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MVC</a:t>
            </a:r>
            <a:r>
              <a:rPr dirty="0" sz="1600" spc="-1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API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endpoints</a:t>
            </a:r>
            <a:endParaRPr sz="1600">
              <a:latin typeface="Times New Roman"/>
              <a:cs typeface="Times New Roman"/>
            </a:endParaRPr>
          </a:p>
          <a:p>
            <a:pPr marL="299085" marR="551180" indent="-28702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b="1">
                <a:latin typeface="Times New Roman"/>
                <a:cs typeface="Times New Roman"/>
              </a:rPr>
              <a:t>Spring</a:t>
            </a:r>
            <a:r>
              <a:rPr dirty="0" sz="1600" spc="-7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WebSocket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(STOMP)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spc="-50">
                <a:latin typeface="Times New Roman"/>
                <a:cs typeface="Times New Roman"/>
              </a:rPr>
              <a:t>— </a:t>
            </a:r>
            <a:r>
              <a:rPr dirty="0" sz="1600">
                <a:latin typeface="Times New Roman"/>
                <a:cs typeface="Times New Roman"/>
              </a:rPr>
              <a:t>WebSocket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server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live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push</a:t>
            </a:r>
            <a:endParaRPr sz="1600">
              <a:latin typeface="Times New Roman"/>
              <a:cs typeface="Times New Roman"/>
            </a:endParaRPr>
          </a:p>
          <a:p>
            <a:pPr marL="299085" marR="132080" indent="-28702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b="1">
                <a:latin typeface="Times New Roman"/>
                <a:cs typeface="Times New Roman"/>
              </a:rPr>
              <a:t>Spring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Security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+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JWT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authentication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authorization</a:t>
            </a:r>
            <a:endParaRPr sz="1600">
              <a:latin typeface="Times New Roman"/>
              <a:cs typeface="Times New Roman"/>
            </a:endParaRPr>
          </a:p>
          <a:p>
            <a:pPr marL="299085" marR="918844" indent="-28702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 b="1">
                <a:latin typeface="Times New Roman"/>
                <a:cs typeface="Times New Roman"/>
              </a:rPr>
              <a:t>Maven</a:t>
            </a:r>
            <a:r>
              <a:rPr dirty="0" sz="1600" spc="-2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build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dependency management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37492" y="4818410"/>
            <a:ext cx="18408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Database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Cache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09435" y="5368750"/>
            <a:ext cx="592518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 sz="1600" b="1">
                <a:latin typeface="Times New Roman"/>
                <a:cs typeface="Times New Roman"/>
              </a:rPr>
              <a:t>PostgreSQL</a:t>
            </a:r>
            <a:r>
              <a:rPr dirty="0" sz="1600" spc="-4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ordered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replay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support,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audit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trail</a:t>
            </a:r>
            <a:endParaRPr sz="160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buFont typeface="Arial MT"/>
              <a:buChar char="•"/>
              <a:tabLst>
                <a:tab pos="297180" algn="l"/>
              </a:tabLst>
            </a:pPr>
            <a:r>
              <a:rPr dirty="0" sz="1600" b="1">
                <a:latin typeface="Times New Roman"/>
                <a:cs typeface="Times New Roman"/>
              </a:rPr>
              <a:t>Redis</a:t>
            </a:r>
            <a:r>
              <a:rPr dirty="0" sz="1600" spc="-25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—</a:t>
            </a:r>
            <a:r>
              <a:rPr dirty="0" sz="1600" spc="-10">
                <a:latin typeface="Times New Roman"/>
                <a:cs typeface="Times New Roman"/>
              </a:rPr>
              <a:t> deduplication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cache,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session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management,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TTL-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keys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291" y="466496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4547"/>
                </a:lnTo>
                <a:lnTo>
                  <a:pt x="198119" y="563879"/>
                </a:lnTo>
                <a:lnTo>
                  <a:pt x="156971" y="547115"/>
                </a:lnTo>
                <a:lnTo>
                  <a:pt x="118871" y="522731"/>
                </a:lnTo>
                <a:lnTo>
                  <a:pt x="85343" y="493775"/>
                </a:lnTo>
                <a:lnTo>
                  <a:pt x="56387" y="460247"/>
                </a:lnTo>
                <a:lnTo>
                  <a:pt x="33528" y="422147"/>
                </a:lnTo>
                <a:lnTo>
                  <a:pt x="15240" y="380999"/>
                </a:lnTo>
                <a:lnTo>
                  <a:pt x="4571" y="336803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8" y="156971"/>
                </a:lnTo>
                <a:lnTo>
                  <a:pt x="56387" y="118871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2003"/>
                </a:lnTo>
                <a:lnTo>
                  <a:pt x="198119" y="15239"/>
                </a:lnTo>
                <a:lnTo>
                  <a:pt x="242315" y="3047"/>
                </a:lnTo>
                <a:lnTo>
                  <a:pt x="289559" y="0"/>
                </a:lnTo>
                <a:lnTo>
                  <a:pt x="336803" y="3047"/>
                </a:lnTo>
                <a:lnTo>
                  <a:pt x="380999" y="15239"/>
                </a:lnTo>
                <a:lnTo>
                  <a:pt x="423672" y="32003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18871"/>
                </a:lnTo>
                <a:lnTo>
                  <a:pt x="547116" y="156971"/>
                </a:lnTo>
                <a:lnTo>
                  <a:pt x="565403" y="198119"/>
                </a:lnTo>
                <a:lnTo>
                  <a:pt x="576072" y="242315"/>
                </a:lnTo>
                <a:lnTo>
                  <a:pt x="579119" y="289559"/>
                </a:lnTo>
                <a:lnTo>
                  <a:pt x="576072" y="336803"/>
                </a:lnTo>
                <a:lnTo>
                  <a:pt x="565403" y="380999"/>
                </a:lnTo>
                <a:lnTo>
                  <a:pt x="547116" y="422147"/>
                </a:lnTo>
                <a:lnTo>
                  <a:pt x="524255" y="460247"/>
                </a:lnTo>
                <a:lnTo>
                  <a:pt x="495300" y="493775"/>
                </a:lnTo>
                <a:lnTo>
                  <a:pt x="460247" y="522731"/>
                </a:lnTo>
                <a:lnTo>
                  <a:pt x="423672" y="547115"/>
                </a:lnTo>
                <a:lnTo>
                  <a:pt x="380999" y="563879"/>
                </a:lnTo>
                <a:lnTo>
                  <a:pt x="336803" y="574547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4117" y="4807546"/>
            <a:ext cx="133350" cy="261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8531" y="2779454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150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85307" y="200064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5447" y="3169566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1500" y="2324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0073" y="239082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66989" y="3949836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68531" y="355967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0073" y="433994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666989" y="537783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7696"/>
            <a:ext cx="548639" cy="140207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9883140" y="1700783"/>
            <a:ext cx="803275" cy="4344035"/>
          </a:xfrm>
          <a:custGeom>
            <a:avLst/>
            <a:gdLst/>
            <a:ahLst/>
            <a:cxnLst/>
            <a:rect l="l" t="t" r="r" b="b"/>
            <a:pathLst>
              <a:path w="803275" h="4344035">
                <a:moveTo>
                  <a:pt x="544055" y="976884"/>
                </a:moveTo>
                <a:lnTo>
                  <a:pt x="542544" y="976884"/>
                </a:lnTo>
                <a:lnTo>
                  <a:pt x="541020" y="989076"/>
                </a:lnTo>
                <a:lnTo>
                  <a:pt x="544055" y="976884"/>
                </a:lnTo>
                <a:close/>
              </a:path>
              <a:path w="803275" h="4344035">
                <a:moveTo>
                  <a:pt x="582155" y="888492"/>
                </a:moveTo>
                <a:lnTo>
                  <a:pt x="579120" y="888492"/>
                </a:lnTo>
                <a:lnTo>
                  <a:pt x="579120" y="900684"/>
                </a:lnTo>
                <a:lnTo>
                  <a:pt x="582155" y="888492"/>
                </a:lnTo>
                <a:close/>
              </a:path>
              <a:path w="803275" h="4344035">
                <a:moveTo>
                  <a:pt x="615683" y="824484"/>
                </a:moveTo>
                <a:lnTo>
                  <a:pt x="611124" y="824484"/>
                </a:lnTo>
                <a:lnTo>
                  <a:pt x="611124" y="836676"/>
                </a:lnTo>
                <a:lnTo>
                  <a:pt x="615683" y="824484"/>
                </a:lnTo>
                <a:close/>
              </a:path>
              <a:path w="803275" h="4344035">
                <a:moveTo>
                  <a:pt x="803148" y="0"/>
                </a:moveTo>
                <a:lnTo>
                  <a:pt x="781812" y="0"/>
                </a:lnTo>
                <a:lnTo>
                  <a:pt x="768096" y="38100"/>
                </a:lnTo>
                <a:lnTo>
                  <a:pt x="729996" y="76200"/>
                </a:lnTo>
                <a:lnTo>
                  <a:pt x="681228" y="152400"/>
                </a:lnTo>
                <a:lnTo>
                  <a:pt x="669023" y="152400"/>
                </a:lnTo>
                <a:lnTo>
                  <a:pt x="644652" y="190500"/>
                </a:lnTo>
                <a:lnTo>
                  <a:pt x="632460" y="190500"/>
                </a:lnTo>
                <a:lnTo>
                  <a:pt x="621792" y="228600"/>
                </a:lnTo>
                <a:lnTo>
                  <a:pt x="597395" y="266700"/>
                </a:lnTo>
                <a:lnTo>
                  <a:pt x="586727" y="266700"/>
                </a:lnTo>
                <a:lnTo>
                  <a:pt x="574548" y="279400"/>
                </a:lnTo>
                <a:lnTo>
                  <a:pt x="553212" y="317500"/>
                </a:lnTo>
                <a:lnTo>
                  <a:pt x="541020" y="342900"/>
                </a:lnTo>
                <a:lnTo>
                  <a:pt x="509016" y="381000"/>
                </a:lnTo>
                <a:lnTo>
                  <a:pt x="487680" y="419100"/>
                </a:lnTo>
                <a:lnTo>
                  <a:pt x="455663" y="469900"/>
                </a:lnTo>
                <a:lnTo>
                  <a:pt x="446532" y="495300"/>
                </a:lnTo>
                <a:lnTo>
                  <a:pt x="435864" y="508000"/>
                </a:lnTo>
                <a:lnTo>
                  <a:pt x="426720" y="533400"/>
                </a:lnTo>
                <a:lnTo>
                  <a:pt x="416052" y="533400"/>
                </a:lnTo>
                <a:lnTo>
                  <a:pt x="406895" y="571500"/>
                </a:lnTo>
                <a:lnTo>
                  <a:pt x="396227" y="571500"/>
                </a:lnTo>
                <a:lnTo>
                  <a:pt x="323088" y="711200"/>
                </a:lnTo>
                <a:lnTo>
                  <a:pt x="315468" y="736600"/>
                </a:lnTo>
                <a:lnTo>
                  <a:pt x="297180" y="774700"/>
                </a:lnTo>
                <a:lnTo>
                  <a:pt x="289560" y="787400"/>
                </a:lnTo>
                <a:lnTo>
                  <a:pt x="280416" y="812800"/>
                </a:lnTo>
                <a:lnTo>
                  <a:pt x="257556" y="863600"/>
                </a:lnTo>
                <a:lnTo>
                  <a:pt x="248412" y="889000"/>
                </a:lnTo>
                <a:lnTo>
                  <a:pt x="233159" y="927100"/>
                </a:lnTo>
                <a:lnTo>
                  <a:pt x="227063" y="939800"/>
                </a:lnTo>
                <a:lnTo>
                  <a:pt x="204216" y="1003300"/>
                </a:lnTo>
                <a:lnTo>
                  <a:pt x="198120" y="1016000"/>
                </a:lnTo>
                <a:lnTo>
                  <a:pt x="190500" y="1041400"/>
                </a:lnTo>
                <a:lnTo>
                  <a:pt x="184391" y="1054100"/>
                </a:lnTo>
                <a:lnTo>
                  <a:pt x="176784" y="1079500"/>
                </a:lnTo>
                <a:lnTo>
                  <a:pt x="164592" y="1130300"/>
                </a:lnTo>
                <a:lnTo>
                  <a:pt x="158496" y="1130300"/>
                </a:lnTo>
                <a:lnTo>
                  <a:pt x="134112" y="1219200"/>
                </a:lnTo>
                <a:lnTo>
                  <a:pt x="121920" y="1257300"/>
                </a:lnTo>
                <a:lnTo>
                  <a:pt x="117348" y="1282700"/>
                </a:lnTo>
                <a:lnTo>
                  <a:pt x="111252" y="1295400"/>
                </a:lnTo>
                <a:lnTo>
                  <a:pt x="106680" y="1320800"/>
                </a:lnTo>
                <a:lnTo>
                  <a:pt x="100584" y="1333500"/>
                </a:lnTo>
                <a:lnTo>
                  <a:pt x="96012" y="1358900"/>
                </a:lnTo>
                <a:lnTo>
                  <a:pt x="73152" y="1460500"/>
                </a:lnTo>
                <a:lnTo>
                  <a:pt x="63995" y="1511300"/>
                </a:lnTo>
                <a:lnTo>
                  <a:pt x="60960" y="1524000"/>
                </a:lnTo>
                <a:lnTo>
                  <a:pt x="56388" y="1549400"/>
                </a:lnTo>
                <a:lnTo>
                  <a:pt x="53327" y="1562100"/>
                </a:lnTo>
                <a:lnTo>
                  <a:pt x="48768" y="1587500"/>
                </a:lnTo>
                <a:lnTo>
                  <a:pt x="45720" y="1600200"/>
                </a:lnTo>
                <a:lnTo>
                  <a:pt x="39624" y="1651000"/>
                </a:lnTo>
                <a:lnTo>
                  <a:pt x="36563" y="1663700"/>
                </a:lnTo>
                <a:lnTo>
                  <a:pt x="27432" y="1739900"/>
                </a:lnTo>
                <a:lnTo>
                  <a:pt x="24384" y="1752600"/>
                </a:lnTo>
                <a:lnTo>
                  <a:pt x="22860" y="1778000"/>
                </a:lnTo>
                <a:lnTo>
                  <a:pt x="19812" y="1790700"/>
                </a:lnTo>
                <a:lnTo>
                  <a:pt x="18288" y="1816100"/>
                </a:lnTo>
                <a:lnTo>
                  <a:pt x="15227" y="1841500"/>
                </a:lnTo>
                <a:lnTo>
                  <a:pt x="4559" y="1981212"/>
                </a:lnTo>
                <a:lnTo>
                  <a:pt x="4559" y="2006612"/>
                </a:lnTo>
                <a:lnTo>
                  <a:pt x="1524" y="2044712"/>
                </a:lnTo>
                <a:lnTo>
                  <a:pt x="1524" y="2095512"/>
                </a:lnTo>
                <a:lnTo>
                  <a:pt x="0" y="2120912"/>
                </a:lnTo>
                <a:lnTo>
                  <a:pt x="0" y="2197112"/>
                </a:lnTo>
                <a:lnTo>
                  <a:pt x="1524" y="2222512"/>
                </a:lnTo>
                <a:lnTo>
                  <a:pt x="1524" y="2273312"/>
                </a:lnTo>
                <a:lnTo>
                  <a:pt x="4559" y="2311412"/>
                </a:lnTo>
                <a:lnTo>
                  <a:pt x="4559" y="2336812"/>
                </a:lnTo>
                <a:lnTo>
                  <a:pt x="15227" y="2476512"/>
                </a:lnTo>
                <a:lnTo>
                  <a:pt x="18288" y="2501912"/>
                </a:lnTo>
                <a:lnTo>
                  <a:pt x="19812" y="2527312"/>
                </a:lnTo>
                <a:lnTo>
                  <a:pt x="22860" y="2540012"/>
                </a:lnTo>
                <a:lnTo>
                  <a:pt x="27432" y="2590812"/>
                </a:lnTo>
                <a:lnTo>
                  <a:pt x="42659" y="2692412"/>
                </a:lnTo>
                <a:lnTo>
                  <a:pt x="48768" y="2730512"/>
                </a:lnTo>
                <a:lnTo>
                  <a:pt x="56388" y="2768612"/>
                </a:lnTo>
                <a:lnTo>
                  <a:pt x="60960" y="2794012"/>
                </a:lnTo>
                <a:lnTo>
                  <a:pt x="63995" y="2819412"/>
                </a:lnTo>
                <a:lnTo>
                  <a:pt x="91427" y="2933712"/>
                </a:lnTo>
                <a:lnTo>
                  <a:pt x="100584" y="2984512"/>
                </a:lnTo>
                <a:lnTo>
                  <a:pt x="106680" y="2997212"/>
                </a:lnTo>
                <a:lnTo>
                  <a:pt x="111252" y="3022612"/>
                </a:lnTo>
                <a:lnTo>
                  <a:pt x="117348" y="3035312"/>
                </a:lnTo>
                <a:lnTo>
                  <a:pt x="121920" y="3060712"/>
                </a:lnTo>
                <a:lnTo>
                  <a:pt x="170688" y="3225812"/>
                </a:lnTo>
                <a:lnTo>
                  <a:pt x="176784" y="3238512"/>
                </a:lnTo>
                <a:lnTo>
                  <a:pt x="184391" y="3263912"/>
                </a:lnTo>
                <a:lnTo>
                  <a:pt x="190500" y="3276612"/>
                </a:lnTo>
                <a:lnTo>
                  <a:pt x="198120" y="3302012"/>
                </a:lnTo>
                <a:lnTo>
                  <a:pt x="204216" y="3314712"/>
                </a:lnTo>
                <a:lnTo>
                  <a:pt x="227063" y="3378212"/>
                </a:lnTo>
                <a:lnTo>
                  <a:pt x="233159" y="3390912"/>
                </a:lnTo>
                <a:lnTo>
                  <a:pt x="248412" y="3429012"/>
                </a:lnTo>
                <a:lnTo>
                  <a:pt x="257556" y="3454412"/>
                </a:lnTo>
                <a:lnTo>
                  <a:pt x="280416" y="3505212"/>
                </a:lnTo>
                <a:lnTo>
                  <a:pt x="289560" y="3530612"/>
                </a:lnTo>
                <a:lnTo>
                  <a:pt x="297180" y="3543312"/>
                </a:lnTo>
                <a:lnTo>
                  <a:pt x="315468" y="3581412"/>
                </a:lnTo>
                <a:lnTo>
                  <a:pt x="323088" y="3606812"/>
                </a:lnTo>
                <a:lnTo>
                  <a:pt x="332232" y="3619512"/>
                </a:lnTo>
                <a:lnTo>
                  <a:pt x="359664" y="3670312"/>
                </a:lnTo>
                <a:lnTo>
                  <a:pt x="396227" y="3746512"/>
                </a:lnTo>
                <a:lnTo>
                  <a:pt x="406895" y="3759212"/>
                </a:lnTo>
                <a:lnTo>
                  <a:pt x="416052" y="3784612"/>
                </a:lnTo>
                <a:lnTo>
                  <a:pt x="426720" y="3797312"/>
                </a:lnTo>
                <a:lnTo>
                  <a:pt x="435864" y="3822712"/>
                </a:lnTo>
                <a:lnTo>
                  <a:pt x="446532" y="3835412"/>
                </a:lnTo>
                <a:lnTo>
                  <a:pt x="455663" y="3848112"/>
                </a:lnTo>
                <a:lnTo>
                  <a:pt x="477012" y="3886212"/>
                </a:lnTo>
                <a:lnTo>
                  <a:pt x="498348" y="3911612"/>
                </a:lnTo>
                <a:lnTo>
                  <a:pt x="541020" y="3987812"/>
                </a:lnTo>
                <a:lnTo>
                  <a:pt x="553212" y="4013212"/>
                </a:lnTo>
                <a:lnTo>
                  <a:pt x="574548" y="4038612"/>
                </a:lnTo>
                <a:lnTo>
                  <a:pt x="586727" y="4064012"/>
                </a:lnTo>
                <a:lnTo>
                  <a:pt x="597395" y="4076712"/>
                </a:lnTo>
                <a:lnTo>
                  <a:pt x="621792" y="4102112"/>
                </a:lnTo>
                <a:lnTo>
                  <a:pt x="632460" y="4127512"/>
                </a:lnTo>
                <a:lnTo>
                  <a:pt x="656844" y="4152912"/>
                </a:lnTo>
                <a:lnTo>
                  <a:pt x="681228" y="4191012"/>
                </a:lnTo>
                <a:lnTo>
                  <a:pt x="693420" y="4203712"/>
                </a:lnTo>
                <a:lnTo>
                  <a:pt x="717791" y="4241812"/>
                </a:lnTo>
                <a:lnTo>
                  <a:pt x="729996" y="4254512"/>
                </a:lnTo>
                <a:lnTo>
                  <a:pt x="743712" y="4267212"/>
                </a:lnTo>
                <a:lnTo>
                  <a:pt x="768096" y="4292612"/>
                </a:lnTo>
                <a:lnTo>
                  <a:pt x="781812" y="4318012"/>
                </a:lnTo>
                <a:lnTo>
                  <a:pt x="793991" y="4330712"/>
                </a:lnTo>
                <a:lnTo>
                  <a:pt x="803148" y="4343412"/>
                </a:lnTo>
                <a:lnTo>
                  <a:pt x="803148" y="3835412"/>
                </a:lnTo>
                <a:lnTo>
                  <a:pt x="793991" y="3822712"/>
                </a:lnTo>
                <a:lnTo>
                  <a:pt x="772668" y="3797312"/>
                </a:lnTo>
                <a:lnTo>
                  <a:pt x="774192" y="3797312"/>
                </a:lnTo>
                <a:lnTo>
                  <a:pt x="763524" y="3784612"/>
                </a:lnTo>
                <a:lnTo>
                  <a:pt x="754380" y="3759212"/>
                </a:lnTo>
                <a:lnTo>
                  <a:pt x="743712" y="3746512"/>
                </a:lnTo>
                <a:lnTo>
                  <a:pt x="745223" y="3746512"/>
                </a:lnTo>
                <a:lnTo>
                  <a:pt x="734568" y="3733812"/>
                </a:lnTo>
                <a:lnTo>
                  <a:pt x="716280" y="3695712"/>
                </a:lnTo>
                <a:lnTo>
                  <a:pt x="697992" y="3670312"/>
                </a:lnTo>
                <a:lnTo>
                  <a:pt x="670560" y="3619512"/>
                </a:lnTo>
                <a:lnTo>
                  <a:pt x="652259" y="3581412"/>
                </a:lnTo>
                <a:lnTo>
                  <a:pt x="653796" y="3581412"/>
                </a:lnTo>
                <a:lnTo>
                  <a:pt x="635495" y="3556012"/>
                </a:lnTo>
                <a:lnTo>
                  <a:pt x="637032" y="3556012"/>
                </a:lnTo>
                <a:lnTo>
                  <a:pt x="618744" y="3517912"/>
                </a:lnTo>
                <a:lnTo>
                  <a:pt x="620268" y="3517912"/>
                </a:lnTo>
                <a:lnTo>
                  <a:pt x="611124" y="3505212"/>
                </a:lnTo>
                <a:lnTo>
                  <a:pt x="603491" y="3492512"/>
                </a:lnTo>
                <a:lnTo>
                  <a:pt x="594360" y="3467112"/>
                </a:lnTo>
                <a:lnTo>
                  <a:pt x="595884" y="3467112"/>
                </a:lnTo>
                <a:lnTo>
                  <a:pt x="586727" y="3454412"/>
                </a:lnTo>
                <a:lnTo>
                  <a:pt x="579120" y="3441712"/>
                </a:lnTo>
                <a:lnTo>
                  <a:pt x="548627" y="3365512"/>
                </a:lnTo>
                <a:lnTo>
                  <a:pt x="541020" y="3352812"/>
                </a:lnTo>
                <a:lnTo>
                  <a:pt x="542544" y="3352812"/>
                </a:lnTo>
                <a:lnTo>
                  <a:pt x="519684" y="3302012"/>
                </a:lnTo>
                <a:lnTo>
                  <a:pt x="521195" y="3302012"/>
                </a:lnTo>
                <a:lnTo>
                  <a:pt x="516623" y="3289312"/>
                </a:lnTo>
                <a:lnTo>
                  <a:pt x="514096" y="3289312"/>
                </a:lnTo>
                <a:lnTo>
                  <a:pt x="513588" y="3287268"/>
                </a:lnTo>
                <a:lnTo>
                  <a:pt x="513588" y="3289312"/>
                </a:lnTo>
                <a:lnTo>
                  <a:pt x="505968" y="3263912"/>
                </a:lnTo>
                <a:lnTo>
                  <a:pt x="507492" y="3263912"/>
                </a:lnTo>
                <a:lnTo>
                  <a:pt x="499859" y="3251212"/>
                </a:lnTo>
                <a:lnTo>
                  <a:pt x="493763" y="3225812"/>
                </a:lnTo>
                <a:lnTo>
                  <a:pt x="486156" y="3213112"/>
                </a:lnTo>
                <a:lnTo>
                  <a:pt x="487680" y="3213112"/>
                </a:lnTo>
                <a:lnTo>
                  <a:pt x="480060" y="3187712"/>
                </a:lnTo>
                <a:lnTo>
                  <a:pt x="461759" y="3149612"/>
                </a:lnTo>
                <a:lnTo>
                  <a:pt x="449580" y="3111512"/>
                </a:lnTo>
                <a:lnTo>
                  <a:pt x="444995" y="3086112"/>
                </a:lnTo>
                <a:lnTo>
                  <a:pt x="432816" y="3048012"/>
                </a:lnTo>
                <a:lnTo>
                  <a:pt x="428244" y="3035312"/>
                </a:lnTo>
                <a:lnTo>
                  <a:pt x="425196" y="3022612"/>
                </a:lnTo>
                <a:lnTo>
                  <a:pt x="422592" y="3022612"/>
                </a:lnTo>
                <a:lnTo>
                  <a:pt x="422148" y="3020568"/>
                </a:lnTo>
                <a:lnTo>
                  <a:pt x="422148" y="3022612"/>
                </a:lnTo>
                <a:lnTo>
                  <a:pt x="417563" y="2997212"/>
                </a:lnTo>
                <a:lnTo>
                  <a:pt x="411480" y="2984512"/>
                </a:lnTo>
                <a:lnTo>
                  <a:pt x="412991" y="2984512"/>
                </a:lnTo>
                <a:lnTo>
                  <a:pt x="406895" y="2959112"/>
                </a:lnTo>
                <a:lnTo>
                  <a:pt x="374891" y="2832112"/>
                </a:lnTo>
                <a:lnTo>
                  <a:pt x="371856" y="2806712"/>
                </a:lnTo>
                <a:lnTo>
                  <a:pt x="362712" y="2768612"/>
                </a:lnTo>
                <a:lnTo>
                  <a:pt x="359778" y="2768612"/>
                </a:lnTo>
                <a:lnTo>
                  <a:pt x="359651" y="2767584"/>
                </a:lnTo>
                <a:lnTo>
                  <a:pt x="359651" y="2768511"/>
                </a:lnTo>
                <a:lnTo>
                  <a:pt x="355092" y="2730512"/>
                </a:lnTo>
                <a:lnTo>
                  <a:pt x="352044" y="2730512"/>
                </a:lnTo>
                <a:lnTo>
                  <a:pt x="350520" y="2705112"/>
                </a:lnTo>
                <a:lnTo>
                  <a:pt x="349173" y="2705112"/>
                </a:lnTo>
                <a:lnTo>
                  <a:pt x="348983" y="2703576"/>
                </a:lnTo>
                <a:lnTo>
                  <a:pt x="348983" y="2705011"/>
                </a:lnTo>
                <a:lnTo>
                  <a:pt x="344424" y="2667012"/>
                </a:lnTo>
                <a:lnTo>
                  <a:pt x="343077" y="2667012"/>
                </a:lnTo>
                <a:lnTo>
                  <a:pt x="342887" y="2665476"/>
                </a:lnTo>
                <a:lnTo>
                  <a:pt x="342887" y="2666949"/>
                </a:lnTo>
                <a:lnTo>
                  <a:pt x="327660" y="2578112"/>
                </a:lnTo>
                <a:lnTo>
                  <a:pt x="326123" y="2552712"/>
                </a:lnTo>
                <a:lnTo>
                  <a:pt x="323088" y="2540012"/>
                </a:lnTo>
                <a:lnTo>
                  <a:pt x="321564" y="2514612"/>
                </a:lnTo>
                <a:lnTo>
                  <a:pt x="318516" y="2501912"/>
                </a:lnTo>
                <a:lnTo>
                  <a:pt x="316992" y="2476512"/>
                </a:lnTo>
                <a:lnTo>
                  <a:pt x="315468" y="2463812"/>
                </a:lnTo>
                <a:lnTo>
                  <a:pt x="315455" y="2463495"/>
                </a:lnTo>
                <a:lnTo>
                  <a:pt x="313944" y="2425712"/>
                </a:lnTo>
                <a:lnTo>
                  <a:pt x="310896" y="2413012"/>
                </a:lnTo>
                <a:lnTo>
                  <a:pt x="307848" y="2374912"/>
                </a:lnTo>
                <a:lnTo>
                  <a:pt x="309359" y="2374912"/>
                </a:lnTo>
                <a:lnTo>
                  <a:pt x="304800" y="2311412"/>
                </a:lnTo>
                <a:lnTo>
                  <a:pt x="304800" y="2298712"/>
                </a:lnTo>
                <a:lnTo>
                  <a:pt x="303263" y="2273312"/>
                </a:lnTo>
                <a:lnTo>
                  <a:pt x="303263" y="2260612"/>
                </a:lnTo>
                <a:lnTo>
                  <a:pt x="301752" y="2235212"/>
                </a:lnTo>
                <a:lnTo>
                  <a:pt x="301752" y="2082812"/>
                </a:lnTo>
                <a:lnTo>
                  <a:pt x="303263" y="2057412"/>
                </a:lnTo>
                <a:lnTo>
                  <a:pt x="303263" y="2044712"/>
                </a:lnTo>
                <a:lnTo>
                  <a:pt x="304800" y="2019312"/>
                </a:lnTo>
                <a:lnTo>
                  <a:pt x="304800" y="2006612"/>
                </a:lnTo>
                <a:lnTo>
                  <a:pt x="309359" y="1943112"/>
                </a:lnTo>
                <a:lnTo>
                  <a:pt x="307848" y="1943112"/>
                </a:lnTo>
                <a:lnTo>
                  <a:pt x="310896" y="1905000"/>
                </a:lnTo>
                <a:lnTo>
                  <a:pt x="313944" y="1892300"/>
                </a:lnTo>
                <a:lnTo>
                  <a:pt x="318516" y="1828800"/>
                </a:lnTo>
                <a:lnTo>
                  <a:pt x="321564" y="1816100"/>
                </a:lnTo>
                <a:lnTo>
                  <a:pt x="323088" y="1790700"/>
                </a:lnTo>
                <a:lnTo>
                  <a:pt x="326123" y="1778000"/>
                </a:lnTo>
                <a:lnTo>
                  <a:pt x="327660" y="1752600"/>
                </a:lnTo>
                <a:lnTo>
                  <a:pt x="352044" y="1600200"/>
                </a:lnTo>
                <a:lnTo>
                  <a:pt x="356616" y="1587500"/>
                </a:lnTo>
                <a:lnTo>
                  <a:pt x="355092" y="1587500"/>
                </a:lnTo>
                <a:lnTo>
                  <a:pt x="359664" y="1562100"/>
                </a:lnTo>
                <a:lnTo>
                  <a:pt x="371856" y="1511300"/>
                </a:lnTo>
                <a:lnTo>
                  <a:pt x="374891" y="1485900"/>
                </a:lnTo>
                <a:lnTo>
                  <a:pt x="412991" y="1333500"/>
                </a:lnTo>
                <a:lnTo>
                  <a:pt x="417563" y="1320800"/>
                </a:lnTo>
                <a:lnTo>
                  <a:pt x="419100" y="1320800"/>
                </a:lnTo>
                <a:lnTo>
                  <a:pt x="428244" y="1282700"/>
                </a:lnTo>
                <a:lnTo>
                  <a:pt x="432816" y="1270000"/>
                </a:lnTo>
                <a:lnTo>
                  <a:pt x="444995" y="1231900"/>
                </a:lnTo>
                <a:lnTo>
                  <a:pt x="449580" y="1206500"/>
                </a:lnTo>
                <a:lnTo>
                  <a:pt x="467868" y="1168400"/>
                </a:lnTo>
                <a:lnTo>
                  <a:pt x="480060" y="1130300"/>
                </a:lnTo>
                <a:lnTo>
                  <a:pt x="487680" y="1104900"/>
                </a:lnTo>
                <a:lnTo>
                  <a:pt x="486156" y="1104900"/>
                </a:lnTo>
                <a:lnTo>
                  <a:pt x="493763" y="1092200"/>
                </a:lnTo>
                <a:lnTo>
                  <a:pt x="499859" y="1066800"/>
                </a:lnTo>
                <a:lnTo>
                  <a:pt x="507492" y="1054100"/>
                </a:lnTo>
                <a:lnTo>
                  <a:pt x="505968" y="1054100"/>
                </a:lnTo>
                <a:lnTo>
                  <a:pt x="513588" y="1041400"/>
                </a:lnTo>
                <a:lnTo>
                  <a:pt x="521195" y="1016000"/>
                </a:lnTo>
                <a:lnTo>
                  <a:pt x="519684" y="1016000"/>
                </a:lnTo>
                <a:lnTo>
                  <a:pt x="542544" y="965200"/>
                </a:lnTo>
                <a:lnTo>
                  <a:pt x="544068" y="965200"/>
                </a:lnTo>
                <a:lnTo>
                  <a:pt x="579120" y="876300"/>
                </a:lnTo>
                <a:lnTo>
                  <a:pt x="582168" y="876300"/>
                </a:lnTo>
                <a:lnTo>
                  <a:pt x="586727" y="863600"/>
                </a:lnTo>
                <a:lnTo>
                  <a:pt x="595884" y="850900"/>
                </a:lnTo>
                <a:lnTo>
                  <a:pt x="594360" y="850900"/>
                </a:lnTo>
                <a:lnTo>
                  <a:pt x="603491" y="825500"/>
                </a:lnTo>
                <a:lnTo>
                  <a:pt x="611124" y="812800"/>
                </a:lnTo>
                <a:lnTo>
                  <a:pt x="615696" y="812800"/>
                </a:lnTo>
                <a:lnTo>
                  <a:pt x="620268" y="800100"/>
                </a:lnTo>
                <a:lnTo>
                  <a:pt x="618744" y="800100"/>
                </a:lnTo>
                <a:lnTo>
                  <a:pt x="637032" y="762000"/>
                </a:lnTo>
                <a:lnTo>
                  <a:pt x="635495" y="762000"/>
                </a:lnTo>
                <a:lnTo>
                  <a:pt x="653796" y="736600"/>
                </a:lnTo>
                <a:lnTo>
                  <a:pt x="652259" y="736600"/>
                </a:lnTo>
                <a:lnTo>
                  <a:pt x="670560" y="698500"/>
                </a:lnTo>
                <a:lnTo>
                  <a:pt x="688848" y="673100"/>
                </a:lnTo>
                <a:lnTo>
                  <a:pt x="707123" y="635000"/>
                </a:lnTo>
                <a:lnTo>
                  <a:pt x="711695" y="635000"/>
                </a:lnTo>
                <a:lnTo>
                  <a:pt x="725424" y="609600"/>
                </a:lnTo>
                <a:lnTo>
                  <a:pt x="734568" y="609600"/>
                </a:lnTo>
                <a:lnTo>
                  <a:pt x="745223" y="571500"/>
                </a:lnTo>
                <a:lnTo>
                  <a:pt x="754380" y="571500"/>
                </a:lnTo>
                <a:lnTo>
                  <a:pt x="763524" y="546100"/>
                </a:lnTo>
                <a:lnTo>
                  <a:pt x="774192" y="533400"/>
                </a:lnTo>
                <a:lnTo>
                  <a:pt x="772668" y="533400"/>
                </a:lnTo>
                <a:lnTo>
                  <a:pt x="793991" y="495300"/>
                </a:lnTo>
                <a:lnTo>
                  <a:pt x="803148" y="495300"/>
                </a:lnTo>
                <a:lnTo>
                  <a:pt x="803148" y="0"/>
                </a:lnTo>
                <a:close/>
              </a:path>
            </a:pathLst>
          </a:custGeom>
          <a:solidFill>
            <a:srgbClr val="FD621F">
              <a:alpha val="1171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120140">
              <a:lnSpc>
                <a:spcPct val="100000"/>
              </a:lnSpc>
              <a:spcBef>
                <a:spcPts val="90"/>
              </a:spcBef>
            </a:pPr>
            <a:r>
              <a:rPr dirty="0"/>
              <a:t>MODULE</a:t>
            </a:r>
            <a:r>
              <a:rPr dirty="0" spc="-114"/>
              <a:t> </a:t>
            </a:r>
            <a:r>
              <a:rPr dirty="0" spc="-10"/>
              <a:t>DESCRIPTION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157735" y="1953306"/>
            <a:ext cx="8868410" cy="1032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Module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1: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Event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Producer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API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Times New Roman"/>
                <a:cs typeface="Times New Roman"/>
              </a:rPr>
              <a:t>Handles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incoming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requests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producers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like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mobile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IoT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sensors,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 spc="-10">
                <a:latin typeface="Times New Roman"/>
                <a:cs typeface="Times New Roman"/>
              </a:rPr>
              <a:t>microservices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through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WebSocket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endpoints.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verifies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JWT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authentication,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applies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rate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limiting,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validates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JSON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payload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schema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before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allowing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into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system.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57735" y="3233442"/>
            <a:ext cx="8936990" cy="1032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Module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2: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Event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Routing</a:t>
            </a:r>
            <a:r>
              <a:rPr dirty="0" sz="1800" spc="-10" b="1">
                <a:latin typeface="Times New Roman"/>
                <a:cs typeface="Times New Roman"/>
              </a:rPr>
              <a:t> Engine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Times New Roman"/>
                <a:cs typeface="Times New Roman"/>
              </a:rPr>
              <a:t>Acts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core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processing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brain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assigns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unique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sequence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ID,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timestamp,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priority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validated </a:t>
            </a:r>
            <a:r>
              <a:rPr dirty="0" sz="1600">
                <a:latin typeface="Times New Roman"/>
                <a:cs typeface="Times New Roman"/>
              </a:rPr>
              <a:t>event.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routes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correct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Kafka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topic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partition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predefined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rules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eliminates </a:t>
            </a:r>
            <a:r>
              <a:rPr dirty="0" sz="1600">
                <a:latin typeface="Times New Roman"/>
                <a:cs typeface="Times New Roman"/>
              </a:rPr>
              <a:t>duplicate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Redis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cache.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57735" y="4513690"/>
            <a:ext cx="8293734" cy="1032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Module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3: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Consumer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Subscription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Manager</a:t>
            </a:r>
            <a:endParaRPr sz="18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Times New Roman"/>
                <a:cs typeface="Times New Roman"/>
              </a:rPr>
              <a:t>Manages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registered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subscribe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receive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through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WebSocket,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REST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Poll,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or </a:t>
            </a:r>
            <a:r>
              <a:rPr dirty="0" sz="1600">
                <a:latin typeface="Times New Roman"/>
                <a:cs typeface="Times New Roman"/>
              </a:rPr>
              <a:t>Webhook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protocols.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tracks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consumer's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subscription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topics,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monitors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message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lag,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handles reconnection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offset-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replay.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7735" y="5761803"/>
            <a:ext cx="9093200" cy="1032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Module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4: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Message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Broker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Integration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Times New Roman"/>
                <a:cs typeface="Times New Roman"/>
              </a:rPr>
              <a:t>Connects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routing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Apache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Kafka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RabbitMQ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manages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topic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creation,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partition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handling,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>
                <a:latin typeface="Times New Roman"/>
                <a:cs typeface="Times New Roman"/>
              </a:rPr>
              <a:t>consumer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group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coordination.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fans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out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every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simultaneously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subscribed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groups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>
                <a:latin typeface="Times New Roman"/>
                <a:cs typeface="Times New Roman"/>
              </a:rPr>
              <a:t>sends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failed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Dead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Letter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Queue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after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maximum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retries.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missed.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4159" y="487494"/>
            <a:ext cx="4167504" cy="45148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MODULE</a:t>
            </a:r>
            <a:r>
              <a:rPr dirty="0" spc="-114"/>
              <a:t> </a:t>
            </a:r>
            <a:r>
              <a:rPr dirty="0" spc="-10"/>
              <a:t>DESCRIPTION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734" y="1380352"/>
            <a:ext cx="9810115" cy="231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Module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5: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Event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Log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and</a:t>
            </a:r>
            <a:r>
              <a:rPr dirty="0" sz="1800" spc="-10" b="1">
                <a:latin typeface="Times New Roman"/>
                <a:cs typeface="Times New Roman"/>
              </a:rPr>
              <a:t> Persistence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600">
                <a:latin typeface="Times New Roman"/>
                <a:cs typeface="Times New Roman"/>
              </a:rPr>
              <a:t>Stores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every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permanently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PostgreSQL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append-</a:t>
            </a:r>
            <a:r>
              <a:rPr dirty="0" sz="1600">
                <a:latin typeface="Times New Roman"/>
                <a:cs typeface="Times New Roman"/>
              </a:rPr>
              <a:t>only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table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full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details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including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payload,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sequence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ID, </a:t>
            </a:r>
            <a:r>
              <a:rPr dirty="0" sz="1600">
                <a:latin typeface="Times New Roman"/>
                <a:cs typeface="Times New Roman"/>
              </a:rPr>
              <a:t>topic,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producer,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timestamp,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delivery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status.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This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powers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replay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feature,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allowing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any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recover </a:t>
            </a:r>
            <a:r>
              <a:rPr dirty="0" sz="1600">
                <a:latin typeface="Times New Roman"/>
                <a:cs typeface="Times New Roman"/>
              </a:rPr>
              <a:t>missed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requesting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specific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sequence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offset.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Times New Roman"/>
                <a:cs typeface="Times New Roman"/>
              </a:rPr>
              <a:t>Module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6: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Real-</a:t>
            </a:r>
            <a:r>
              <a:rPr dirty="0" sz="1800" b="1">
                <a:latin typeface="Times New Roman"/>
                <a:cs typeface="Times New Roman"/>
              </a:rPr>
              <a:t>Time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Monitoring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Dashboard</a:t>
            </a:r>
            <a:endParaRPr sz="1800">
              <a:latin typeface="Times New Roman"/>
              <a:cs typeface="Times New Roman"/>
            </a:endParaRPr>
          </a:p>
          <a:p>
            <a:pPr marL="12700" marR="87630">
              <a:lnSpc>
                <a:spcPct val="100000"/>
              </a:lnSpc>
              <a:spcBef>
                <a:spcPts val="10"/>
              </a:spcBef>
            </a:pP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live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web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dashboard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displays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metrics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such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throughput,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latency,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lag,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error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rate,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 </a:t>
            </a:r>
            <a:r>
              <a:rPr dirty="0" sz="1600">
                <a:latin typeface="Times New Roman"/>
                <a:cs typeface="Times New Roman"/>
              </a:rPr>
              <a:t>topic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statistics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using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Chart.js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graphs.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automatically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raises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alerts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when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error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rate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crosses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acceptable </a:t>
            </a:r>
            <a:r>
              <a:rPr dirty="0" sz="1600">
                <a:latin typeface="Times New Roman"/>
                <a:cs typeface="Times New Roman"/>
              </a:rPr>
              <a:t>thresholds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allows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admin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pause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resume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engine.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291" y="466496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4547"/>
                </a:lnTo>
                <a:lnTo>
                  <a:pt x="198119" y="563879"/>
                </a:lnTo>
                <a:lnTo>
                  <a:pt x="156971" y="547115"/>
                </a:lnTo>
                <a:lnTo>
                  <a:pt x="118871" y="522731"/>
                </a:lnTo>
                <a:lnTo>
                  <a:pt x="85343" y="493775"/>
                </a:lnTo>
                <a:lnTo>
                  <a:pt x="56387" y="460247"/>
                </a:lnTo>
                <a:lnTo>
                  <a:pt x="33528" y="422147"/>
                </a:lnTo>
                <a:lnTo>
                  <a:pt x="15240" y="380999"/>
                </a:lnTo>
                <a:lnTo>
                  <a:pt x="4571" y="336803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8" y="156971"/>
                </a:lnTo>
                <a:lnTo>
                  <a:pt x="56387" y="118871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2003"/>
                </a:lnTo>
                <a:lnTo>
                  <a:pt x="198119" y="15239"/>
                </a:lnTo>
                <a:lnTo>
                  <a:pt x="242315" y="3047"/>
                </a:lnTo>
                <a:lnTo>
                  <a:pt x="289559" y="0"/>
                </a:lnTo>
                <a:lnTo>
                  <a:pt x="336803" y="3047"/>
                </a:lnTo>
                <a:lnTo>
                  <a:pt x="380999" y="15239"/>
                </a:lnTo>
                <a:lnTo>
                  <a:pt x="423672" y="32003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18871"/>
                </a:lnTo>
                <a:lnTo>
                  <a:pt x="547116" y="156971"/>
                </a:lnTo>
                <a:lnTo>
                  <a:pt x="565403" y="198119"/>
                </a:lnTo>
                <a:lnTo>
                  <a:pt x="576072" y="242315"/>
                </a:lnTo>
                <a:lnTo>
                  <a:pt x="579119" y="289559"/>
                </a:lnTo>
                <a:lnTo>
                  <a:pt x="576072" y="336803"/>
                </a:lnTo>
                <a:lnTo>
                  <a:pt x="565403" y="380999"/>
                </a:lnTo>
                <a:lnTo>
                  <a:pt x="547116" y="422147"/>
                </a:lnTo>
                <a:lnTo>
                  <a:pt x="524255" y="460247"/>
                </a:lnTo>
                <a:lnTo>
                  <a:pt x="495300" y="493775"/>
                </a:lnTo>
                <a:lnTo>
                  <a:pt x="460247" y="522731"/>
                </a:lnTo>
                <a:lnTo>
                  <a:pt x="423672" y="547115"/>
                </a:lnTo>
                <a:lnTo>
                  <a:pt x="380999" y="563879"/>
                </a:lnTo>
                <a:lnTo>
                  <a:pt x="336803" y="574547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150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1500" y="2324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50256" y="2000648"/>
            <a:ext cx="139065" cy="35452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Tahoma"/>
              <a:cs typeface="Tahoma"/>
            </a:endParaRPr>
          </a:p>
          <a:p>
            <a:pPr marL="30480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26034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marL="30480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Tahoma"/>
              <a:cs typeface="Tahoma"/>
            </a:endParaRPr>
          </a:p>
          <a:p>
            <a:pPr marL="29209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marL="32384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-50" b="1">
                <a:solidFill>
                  <a:srgbClr val="001F60"/>
                </a:solidFill>
                <a:latin typeface="Tahoma"/>
                <a:cs typeface="Tahoma"/>
              </a:rPr>
              <a:t>8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400">
              <a:latin typeface="Tahoma"/>
              <a:cs typeface="Tahoma"/>
            </a:endParaRPr>
          </a:p>
          <a:p>
            <a:pPr marL="29209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7696"/>
            <a:ext cx="548639" cy="140207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307591" y="1606296"/>
            <a:ext cx="9378950" cy="4962525"/>
            <a:chOff x="1307591" y="1606296"/>
            <a:chExt cx="9378950" cy="4962525"/>
          </a:xfrm>
        </p:grpSpPr>
        <p:sp>
          <p:nvSpPr>
            <p:cNvPr id="14" name="object 14"/>
            <p:cNvSpPr/>
            <p:nvPr/>
          </p:nvSpPr>
          <p:spPr>
            <a:xfrm>
              <a:off x="9779495" y="1606308"/>
              <a:ext cx="907415" cy="4582795"/>
            </a:xfrm>
            <a:custGeom>
              <a:avLst/>
              <a:gdLst/>
              <a:ahLst/>
              <a:cxnLst/>
              <a:rect l="l" t="t" r="r" b="b"/>
              <a:pathLst>
                <a:path w="907415" h="4582795">
                  <a:moveTo>
                    <a:pt x="457200" y="1319784"/>
                  </a:moveTo>
                  <a:lnTo>
                    <a:pt x="455688" y="1319784"/>
                  </a:lnTo>
                  <a:lnTo>
                    <a:pt x="455688" y="1331976"/>
                  </a:lnTo>
                  <a:lnTo>
                    <a:pt x="457200" y="1319784"/>
                  </a:lnTo>
                  <a:close/>
                </a:path>
                <a:path w="907415" h="4582795">
                  <a:moveTo>
                    <a:pt x="464832" y="1293876"/>
                  </a:moveTo>
                  <a:lnTo>
                    <a:pt x="461772" y="1293876"/>
                  </a:lnTo>
                  <a:lnTo>
                    <a:pt x="461772" y="1307592"/>
                  </a:lnTo>
                  <a:lnTo>
                    <a:pt x="464832" y="1293876"/>
                  </a:lnTo>
                  <a:close/>
                </a:path>
                <a:path w="907415" h="4582795">
                  <a:moveTo>
                    <a:pt x="748296" y="3884663"/>
                  </a:moveTo>
                  <a:lnTo>
                    <a:pt x="743724" y="3870947"/>
                  </a:lnTo>
                  <a:lnTo>
                    <a:pt x="743724" y="3884663"/>
                  </a:lnTo>
                  <a:lnTo>
                    <a:pt x="748296" y="3884663"/>
                  </a:lnTo>
                  <a:close/>
                </a:path>
                <a:path w="907415" h="4582795">
                  <a:moveTo>
                    <a:pt x="906780" y="0"/>
                  </a:moveTo>
                  <a:lnTo>
                    <a:pt x="886968" y="12192"/>
                  </a:lnTo>
                  <a:lnTo>
                    <a:pt x="859536" y="38100"/>
                  </a:lnTo>
                  <a:lnTo>
                    <a:pt x="847344" y="50292"/>
                  </a:lnTo>
                  <a:lnTo>
                    <a:pt x="819912" y="88392"/>
                  </a:lnTo>
                  <a:lnTo>
                    <a:pt x="807720" y="100584"/>
                  </a:lnTo>
                  <a:lnTo>
                    <a:pt x="780288" y="126492"/>
                  </a:lnTo>
                  <a:lnTo>
                    <a:pt x="755904" y="164592"/>
                  </a:lnTo>
                  <a:lnTo>
                    <a:pt x="742188" y="176784"/>
                  </a:lnTo>
                  <a:lnTo>
                    <a:pt x="717804" y="214884"/>
                  </a:lnTo>
                  <a:lnTo>
                    <a:pt x="693420" y="240792"/>
                  </a:lnTo>
                  <a:lnTo>
                    <a:pt x="679704" y="266700"/>
                  </a:lnTo>
                  <a:lnTo>
                    <a:pt x="669036" y="266700"/>
                  </a:lnTo>
                  <a:lnTo>
                    <a:pt x="656844" y="291084"/>
                  </a:lnTo>
                  <a:lnTo>
                    <a:pt x="620268" y="342900"/>
                  </a:lnTo>
                  <a:lnTo>
                    <a:pt x="609600" y="355092"/>
                  </a:lnTo>
                  <a:lnTo>
                    <a:pt x="597408" y="381000"/>
                  </a:lnTo>
                  <a:lnTo>
                    <a:pt x="585216" y="381000"/>
                  </a:lnTo>
                  <a:lnTo>
                    <a:pt x="563880" y="419100"/>
                  </a:lnTo>
                  <a:lnTo>
                    <a:pt x="551688" y="443484"/>
                  </a:lnTo>
                  <a:lnTo>
                    <a:pt x="541020" y="457200"/>
                  </a:lnTo>
                  <a:lnTo>
                    <a:pt x="509016" y="507492"/>
                  </a:lnTo>
                  <a:lnTo>
                    <a:pt x="498348" y="533400"/>
                  </a:lnTo>
                  <a:lnTo>
                    <a:pt x="477012" y="557784"/>
                  </a:lnTo>
                  <a:lnTo>
                    <a:pt x="445008" y="609600"/>
                  </a:lnTo>
                  <a:lnTo>
                    <a:pt x="435864" y="633984"/>
                  </a:lnTo>
                  <a:lnTo>
                    <a:pt x="425196" y="647700"/>
                  </a:lnTo>
                  <a:lnTo>
                    <a:pt x="416052" y="672084"/>
                  </a:lnTo>
                  <a:lnTo>
                    <a:pt x="405384" y="685800"/>
                  </a:lnTo>
                  <a:lnTo>
                    <a:pt x="368808" y="762000"/>
                  </a:lnTo>
                  <a:lnTo>
                    <a:pt x="358140" y="774192"/>
                  </a:lnTo>
                  <a:lnTo>
                    <a:pt x="348996" y="800100"/>
                  </a:lnTo>
                  <a:lnTo>
                    <a:pt x="341376" y="812292"/>
                  </a:lnTo>
                  <a:lnTo>
                    <a:pt x="313944" y="876300"/>
                  </a:lnTo>
                  <a:lnTo>
                    <a:pt x="306336" y="876300"/>
                  </a:lnTo>
                  <a:lnTo>
                    <a:pt x="297192" y="900684"/>
                  </a:lnTo>
                  <a:lnTo>
                    <a:pt x="289572" y="912876"/>
                  </a:lnTo>
                  <a:lnTo>
                    <a:pt x="280428" y="938784"/>
                  </a:lnTo>
                  <a:lnTo>
                    <a:pt x="272808" y="950976"/>
                  </a:lnTo>
                  <a:lnTo>
                    <a:pt x="263664" y="976884"/>
                  </a:lnTo>
                  <a:lnTo>
                    <a:pt x="217944" y="1091184"/>
                  </a:lnTo>
                  <a:lnTo>
                    <a:pt x="211848" y="1103376"/>
                  </a:lnTo>
                  <a:lnTo>
                    <a:pt x="196608" y="1141476"/>
                  </a:lnTo>
                  <a:lnTo>
                    <a:pt x="190512" y="1167384"/>
                  </a:lnTo>
                  <a:lnTo>
                    <a:pt x="182892" y="1179576"/>
                  </a:lnTo>
                  <a:lnTo>
                    <a:pt x="176796" y="1217663"/>
                  </a:lnTo>
                  <a:lnTo>
                    <a:pt x="170688" y="1217663"/>
                  </a:lnTo>
                  <a:lnTo>
                    <a:pt x="163068" y="1255763"/>
                  </a:lnTo>
                  <a:lnTo>
                    <a:pt x="138684" y="1331963"/>
                  </a:lnTo>
                  <a:lnTo>
                    <a:pt x="134112" y="1345679"/>
                  </a:lnTo>
                  <a:lnTo>
                    <a:pt x="115824" y="1408163"/>
                  </a:lnTo>
                  <a:lnTo>
                    <a:pt x="111252" y="1421879"/>
                  </a:lnTo>
                  <a:lnTo>
                    <a:pt x="77724" y="1560563"/>
                  </a:lnTo>
                  <a:lnTo>
                    <a:pt x="68580" y="1612379"/>
                  </a:lnTo>
                  <a:lnTo>
                    <a:pt x="59436" y="1650479"/>
                  </a:lnTo>
                  <a:lnTo>
                    <a:pt x="56388" y="1674863"/>
                  </a:lnTo>
                  <a:lnTo>
                    <a:pt x="51816" y="1688579"/>
                  </a:lnTo>
                  <a:lnTo>
                    <a:pt x="48768" y="1712963"/>
                  </a:lnTo>
                  <a:lnTo>
                    <a:pt x="42672" y="1751063"/>
                  </a:lnTo>
                  <a:lnTo>
                    <a:pt x="38100" y="1776971"/>
                  </a:lnTo>
                  <a:lnTo>
                    <a:pt x="32004" y="1815071"/>
                  </a:lnTo>
                  <a:lnTo>
                    <a:pt x="30480" y="1840979"/>
                  </a:lnTo>
                  <a:lnTo>
                    <a:pt x="21336" y="1903463"/>
                  </a:lnTo>
                  <a:lnTo>
                    <a:pt x="16764" y="1941563"/>
                  </a:lnTo>
                  <a:lnTo>
                    <a:pt x="12192" y="2005571"/>
                  </a:lnTo>
                  <a:lnTo>
                    <a:pt x="9144" y="2031479"/>
                  </a:lnTo>
                  <a:lnTo>
                    <a:pt x="6096" y="2069579"/>
                  </a:lnTo>
                  <a:lnTo>
                    <a:pt x="6096" y="2093963"/>
                  </a:lnTo>
                  <a:lnTo>
                    <a:pt x="3048" y="2132063"/>
                  </a:lnTo>
                  <a:lnTo>
                    <a:pt x="3048" y="2157971"/>
                  </a:lnTo>
                  <a:lnTo>
                    <a:pt x="1524" y="2170163"/>
                  </a:lnTo>
                  <a:lnTo>
                    <a:pt x="1524" y="2208263"/>
                  </a:lnTo>
                  <a:lnTo>
                    <a:pt x="0" y="2220455"/>
                  </a:lnTo>
                  <a:lnTo>
                    <a:pt x="0" y="2360663"/>
                  </a:lnTo>
                  <a:lnTo>
                    <a:pt x="1524" y="2372855"/>
                  </a:lnTo>
                  <a:lnTo>
                    <a:pt x="1524" y="2398763"/>
                  </a:lnTo>
                  <a:lnTo>
                    <a:pt x="3048" y="2410955"/>
                  </a:lnTo>
                  <a:lnTo>
                    <a:pt x="3048" y="2436863"/>
                  </a:lnTo>
                  <a:lnTo>
                    <a:pt x="6096" y="2474963"/>
                  </a:lnTo>
                  <a:lnTo>
                    <a:pt x="6096" y="2500871"/>
                  </a:lnTo>
                  <a:lnTo>
                    <a:pt x="9144" y="2551163"/>
                  </a:lnTo>
                  <a:lnTo>
                    <a:pt x="12192" y="2563355"/>
                  </a:lnTo>
                  <a:lnTo>
                    <a:pt x="16764" y="2627363"/>
                  </a:lnTo>
                  <a:lnTo>
                    <a:pt x="32004" y="2753855"/>
                  </a:lnTo>
                  <a:lnTo>
                    <a:pt x="51816" y="2881871"/>
                  </a:lnTo>
                  <a:lnTo>
                    <a:pt x="56388" y="2894063"/>
                  </a:lnTo>
                  <a:lnTo>
                    <a:pt x="59436" y="2932163"/>
                  </a:lnTo>
                  <a:lnTo>
                    <a:pt x="111252" y="3148571"/>
                  </a:lnTo>
                  <a:lnTo>
                    <a:pt x="115824" y="3160763"/>
                  </a:lnTo>
                  <a:lnTo>
                    <a:pt x="128016" y="3198863"/>
                  </a:lnTo>
                  <a:lnTo>
                    <a:pt x="134112" y="3236963"/>
                  </a:lnTo>
                  <a:lnTo>
                    <a:pt x="138684" y="3249155"/>
                  </a:lnTo>
                  <a:lnTo>
                    <a:pt x="163068" y="3325355"/>
                  </a:lnTo>
                  <a:lnTo>
                    <a:pt x="170688" y="3351263"/>
                  </a:lnTo>
                  <a:lnTo>
                    <a:pt x="182880" y="3389363"/>
                  </a:lnTo>
                  <a:lnTo>
                    <a:pt x="190500" y="3401555"/>
                  </a:lnTo>
                  <a:lnTo>
                    <a:pt x="196596" y="3427463"/>
                  </a:lnTo>
                  <a:lnTo>
                    <a:pt x="211836" y="3465563"/>
                  </a:lnTo>
                  <a:lnTo>
                    <a:pt x="217932" y="3477755"/>
                  </a:lnTo>
                  <a:lnTo>
                    <a:pt x="263652" y="3592055"/>
                  </a:lnTo>
                  <a:lnTo>
                    <a:pt x="272796" y="3617963"/>
                  </a:lnTo>
                  <a:lnTo>
                    <a:pt x="280416" y="3630155"/>
                  </a:lnTo>
                  <a:lnTo>
                    <a:pt x="289560" y="3656063"/>
                  </a:lnTo>
                  <a:lnTo>
                    <a:pt x="297180" y="3668255"/>
                  </a:lnTo>
                  <a:lnTo>
                    <a:pt x="306324" y="3694163"/>
                  </a:lnTo>
                  <a:lnTo>
                    <a:pt x="313944" y="3706355"/>
                  </a:lnTo>
                  <a:lnTo>
                    <a:pt x="341376" y="3770363"/>
                  </a:lnTo>
                  <a:lnTo>
                    <a:pt x="348996" y="3782555"/>
                  </a:lnTo>
                  <a:lnTo>
                    <a:pt x="358140" y="3808463"/>
                  </a:lnTo>
                  <a:lnTo>
                    <a:pt x="707136" y="3808463"/>
                  </a:lnTo>
                  <a:lnTo>
                    <a:pt x="696468" y="3794747"/>
                  </a:lnTo>
                  <a:lnTo>
                    <a:pt x="697992" y="3794747"/>
                  </a:lnTo>
                  <a:lnTo>
                    <a:pt x="687324" y="3770363"/>
                  </a:lnTo>
                  <a:lnTo>
                    <a:pt x="679704" y="3770363"/>
                  </a:lnTo>
                  <a:lnTo>
                    <a:pt x="661416" y="3732263"/>
                  </a:lnTo>
                  <a:lnTo>
                    <a:pt x="652272" y="3718547"/>
                  </a:lnTo>
                  <a:lnTo>
                    <a:pt x="644652" y="3694163"/>
                  </a:lnTo>
                  <a:lnTo>
                    <a:pt x="626364" y="3656063"/>
                  </a:lnTo>
                  <a:lnTo>
                    <a:pt x="618744" y="3656063"/>
                  </a:lnTo>
                  <a:lnTo>
                    <a:pt x="611124" y="3630155"/>
                  </a:lnTo>
                  <a:lnTo>
                    <a:pt x="601980" y="3617963"/>
                  </a:lnTo>
                  <a:lnTo>
                    <a:pt x="603504" y="3617963"/>
                  </a:lnTo>
                  <a:lnTo>
                    <a:pt x="594360" y="3592055"/>
                  </a:lnTo>
                  <a:lnTo>
                    <a:pt x="589788" y="3579863"/>
                  </a:lnTo>
                  <a:lnTo>
                    <a:pt x="586740" y="3579863"/>
                  </a:lnTo>
                  <a:lnTo>
                    <a:pt x="563880" y="3529571"/>
                  </a:lnTo>
                  <a:lnTo>
                    <a:pt x="548640" y="3503663"/>
                  </a:lnTo>
                  <a:lnTo>
                    <a:pt x="533400" y="3465563"/>
                  </a:lnTo>
                  <a:lnTo>
                    <a:pt x="534924" y="3465563"/>
                  </a:lnTo>
                  <a:lnTo>
                    <a:pt x="519684" y="3427463"/>
                  </a:lnTo>
                  <a:lnTo>
                    <a:pt x="513588" y="3415271"/>
                  </a:lnTo>
                  <a:lnTo>
                    <a:pt x="505968" y="3389363"/>
                  </a:lnTo>
                  <a:lnTo>
                    <a:pt x="499872" y="3377171"/>
                  </a:lnTo>
                  <a:lnTo>
                    <a:pt x="492252" y="3351263"/>
                  </a:lnTo>
                  <a:lnTo>
                    <a:pt x="493776" y="3351263"/>
                  </a:lnTo>
                  <a:lnTo>
                    <a:pt x="486156" y="3339071"/>
                  </a:lnTo>
                  <a:lnTo>
                    <a:pt x="467868" y="3287255"/>
                  </a:lnTo>
                  <a:lnTo>
                    <a:pt x="443484" y="3211055"/>
                  </a:lnTo>
                  <a:lnTo>
                    <a:pt x="438912" y="3198863"/>
                  </a:lnTo>
                  <a:lnTo>
                    <a:pt x="429768" y="3160763"/>
                  </a:lnTo>
                  <a:lnTo>
                    <a:pt x="428244" y="3160763"/>
                  </a:lnTo>
                  <a:lnTo>
                    <a:pt x="416052" y="3122663"/>
                  </a:lnTo>
                  <a:lnTo>
                    <a:pt x="417576" y="3122663"/>
                  </a:lnTo>
                  <a:lnTo>
                    <a:pt x="411480" y="3110471"/>
                  </a:lnTo>
                  <a:lnTo>
                    <a:pt x="396240" y="3046463"/>
                  </a:lnTo>
                  <a:lnTo>
                    <a:pt x="397764" y="3046463"/>
                  </a:lnTo>
                  <a:lnTo>
                    <a:pt x="391668" y="3034271"/>
                  </a:lnTo>
                  <a:lnTo>
                    <a:pt x="393192" y="3034271"/>
                  </a:lnTo>
                  <a:lnTo>
                    <a:pt x="387096" y="3008363"/>
                  </a:lnTo>
                  <a:lnTo>
                    <a:pt x="388620" y="3008363"/>
                  </a:lnTo>
                  <a:lnTo>
                    <a:pt x="370332" y="2932163"/>
                  </a:lnTo>
                  <a:lnTo>
                    <a:pt x="368795" y="2932163"/>
                  </a:lnTo>
                  <a:lnTo>
                    <a:pt x="367296" y="2919984"/>
                  </a:lnTo>
                  <a:lnTo>
                    <a:pt x="367296" y="2932163"/>
                  </a:lnTo>
                  <a:lnTo>
                    <a:pt x="364236" y="2906268"/>
                  </a:lnTo>
                  <a:lnTo>
                    <a:pt x="362724" y="2894076"/>
                  </a:lnTo>
                  <a:lnTo>
                    <a:pt x="362724" y="2906255"/>
                  </a:lnTo>
                  <a:lnTo>
                    <a:pt x="359664" y="2894063"/>
                  </a:lnTo>
                  <a:lnTo>
                    <a:pt x="355092" y="2868155"/>
                  </a:lnTo>
                  <a:lnTo>
                    <a:pt x="348996" y="2830055"/>
                  </a:lnTo>
                  <a:lnTo>
                    <a:pt x="344424" y="2817863"/>
                  </a:lnTo>
                  <a:lnTo>
                    <a:pt x="345948" y="2817863"/>
                  </a:lnTo>
                  <a:lnTo>
                    <a:pt x="341376" y="2791955"/>
                  </a:lnTo>
                  <a:lnTo>
                    <a:pt x="335280" y="2753855"/>
                  </a:lnTo>
                  <a:lnTo>
                    <a:pt x="333756" y="2741663"/>
                  </a:lnTo>
                  <a:lnTo>
                    <a:pt x="324612" y="2677655"/>
                  </a:lnTo>
                  <a:lnTo>
                    <a:pt x="320040" y="2639555"/>
                  </a:lnTo>
                  <a:lnTo>
                    <a:pt x="316992" y="2601455"/>
                  </a:lnTo>
                  <a:lnTo>
                    <a:pt x="313944" y="2589263"/>
                  </a:lnTo>
                  <a:lnTo>
                    <a:pt x="312420" y="2563355"/>
                  </a:lnTo>
                  <a:lnTo>
                    <a:pt x="307848" y="2513063"/>
                  </a:lnTo>
                  <a:lnTo>
                    <a:pt x="306324" y="2474963"/>
                  </a:lnTo>
                  <a:lnTo>
                    <a:pt x="306324" y="2462771"/>
                  </a:lnTo>
                  <a:lnTo>
                    <a:pt x="303276" y="2424671"/>
                  </a:lnTo>
                  <a:lnTo>
                    <a:pt x="303276" y="2398763"/>
                  </a:lnTo>
                  <a:lnTo>
                    <a:pt x="301752" y="2386571"/>
                  </a:lnTo>
                  <a:lnTo>
                    <a:pt x="301752" y="2348471"/>
                  </a:lnTo>
                  <a:lnTo>
                    <a:pt x="300228" y="2322563"/>
                  </a:lnTo>
                  <a:lnTo>
                    <a:pt x="300228" y="2246363"/>
                  </a:lnTo>
                  <a:lnTo>
                    <a:pt x="301752" y="2220455"/>
                  </a:lnTo>
                  <a:lnTo>
                    <a:pt x="301752" y="2183879"/>
                  </a:lnTo>
                  <a:lnTo>
                    <a:pt x="303276" y="2170163"/>
                  </a:lnTo>
                  <a:lnTo>
                    <a:pt x="303276" y="2145779"/>
                  </a:lnTo>
                  <a:lnTo>
                    <a:pt x="306324" y="2107679"/>
                  </a:lnTo>
                  <a:lnTo>
                    <a:pt x="306324" y="2093963"/>
                  </a:lnTo>
                  <a:lnTo>
                    <a:pt x="313944" y="1993379"/>
                  </a:lnTo>
                  <a:lnTo>
                    <a:pt x="316992" y="1979663"/>
                  </a:lnTo>
                  <a:lnTo>
                    <a:pt x="320040" y="1941563"/>
                  </a:lnTo>
                  <a:lnTo>
                    <a:pt x="324612" y="1903463"/>
                  </a:lnTo>
                  <a:lnTo>
                    <a:pt x="333756" y="1840979"/>
                  </a:lnTo>
                  <a:lnTo>
                    <a:pt x="335280" y="1827263"/>
                  </a:lnTo>
                  <a:lnTo>
                    <a:pt x="341376" y="1789163"/>
                  </a:lnTo>
                  <a:lnTo>
                    <a:pt x="345948" y="1764779"/>
                  </a:lnTo>
                  <a:lnTo>
                    <a:pt x="344424" y="1764779"/>
                  </a:lnTo>
                  <a:lnTo>
                    <a:pt x="348996" y="1751063"/>
                  </a:lnTo>
                  <a:lnTo>
                    <a:pt x="355092" y="1712963"/>
                  </a:lnTo>
                  <a:lnTo>
                    <a:pt x="359664" y="1688579"/>
                  </a:lnTo>
                  <a:lnTo>
                    <a:pt x="362712" y="1674863"/>
                  </a:lnTo>
                  <a:lnTo>
                    <a:pt x="367284" y="1650479"/>
                  </a:lnTo>
                  <a:lnTo>
                    <a:pt x="388620" y="1560563"/>
                  </a:lnTo>
                  <a:lnTo>
                    <a:pt x="387096" y="1560563"/>
                  </a:lnTo>
                  <a:lnTo>
                    <a:pt x="393192" y="1536179"/>
                  </a:lnTo>
                  <a:lnTo>
                    <a:pt x="391668" y="1536179"/>
                  </a:lnTo>
                  <a:lnTo>
                    <a:pt x="397764" y="1522463"/>
                  </a:lnTo>
                  <a:lnTo>
                    <a:pt x="396240" y="1522463"/>
                  </a:lnTo>
                  <a:lnTo>
                    <a:pt x="417576" y="1446263"/>
                  </a:lnTo>
                  <a:lnTo>
                    <a:pt x="416052" y="1446263"/>
                  </a:lnTo>
                  <a:lnTo>
                    <a:pt x="428244" y="1408163"/>
                  </a:lnTo>
                  <a:lnTo>
                    <a:pt x="426720" y="1408163"/>
                  </a:lnTo>
                  <a:lnTo>
                    <a:pt x="438912" y="1370063"/>
                  </a:lnTo>
                  <a:lnTo>
                    <a:pt x="443484" y="1357871"/>
                  </a:lnTo>
                  <a:lnTo>
                    <a:pt x="455676" y="1319771"/>
                  </a:lnTo>
                  <a:lnTo>
                    <a:pt x="457200" y="1319771"/>
                  </a:lnTo>
                  <a:lnTo>
                    <a:pt x="461772" y="1293863"/>
                  </a:lnTo>
                  <a:lnTo>
                    <a:pt x="464820" y="1293863"/>
                  </a:lnTo>
                  <a:lnTo>
                    <a:pt x="486156" y="1231379"/>
                  </a:lnTo>
                  <a:lnTo>
                    <a:pt x="493776" y="1217663"/>
                  </a:lnTo>
                  <a:lnTo>
                    <a:pt x="492264" y="1217663"/>
                  </a:lnTo>
                  <a:lnTo>
                    <a:pt x="499872" y="1193342"/>
                  </a:lnTo>
                  <a:lnTo>
                    <a:pt x="499872" y="1205484"/>
                  </a:lnTo>
                  <a:lnTo>
                    <a:pt x="502932" y="1193292"/>
                  </a:lnTo>
                  <a:lnTo>
                    <a:pt x="505980" y="1179576"/>
                  </a:lnTo>
                  <a:lnTo>
                    <a:pt x="513600" y="1167384"/>
                  </a:lnTo>
                  <a:lnTo>
                    <a:pt x="519696" y="1141476"/>
                  </a:lnTo>
                  <a:lnTo>
                    <a:pt x="534936" y="1103376"/>
                  </a:lnTo>
                  <a:lnTo>
                    <a:pt x="541032" y="1103376"/>
                  </a:lnTo>
                  <a:lnTo>
                    <a:pt x="571512" y="1027176"/>
                  </a:lnTo>
                  <a:lnTo>
                    <a:pt x="579132" y="1014984"/>
                  </a:lnTo>
                  <a:lnTo>
                    <a:pt x="594372" y="976884"/>
                  </a:lnTo>
                  <a:lnTo>
                    <a:pt x="603516" y="950976"/>
                  </a:lnTo>
                  <a:lnTo>
                    <a:pt x="611136" y="950976"/>
                  </a:lnTo>
                  <a:lnTo>
                    <a:pt x="618756" y="926592"/>
                  </a:lnTo>
                  <a:lnTo>
                    <a:pt x="627900" y="912876"/>
                  </a:lnTo>
                  <a:lnTo>
                    <a:pt x="626376" y="912876"/>
                  </a:lnTo>
                  <a:lnTo>
                    <a:pt x="644664" y="876300"/>
                  </a:lnTo>
                  <a:lnTo>
                    <a:pt x="647700" y="876300"/>
                  </a:lnTo>
                  <a:lnTo>
                    <a:pt x="652272" y="862584"/>
                  </a:lnTo>
                  <a:lnTo>
                    <a:pt x="670560" y="824484"/>
                  </a:lnTo>
                  <a:lnTo>
                    <a:pt x="670560" y="838200"/>
                  </a:lnTo>
                  <a:lnTo>
                    <a:pt x="675119" y="824484"/>
                  </a:lnTo>
                  <a:lnTo>
                    <a:pt x="679704" y="812292"/>
                  </a:lnTo>
                  <a:lnTo>
                    <a:pt x="678180" y="812292"/>
                  </a:lnTo>
                  <a:lnTo>
                    <a:pt x="688848" y="800100"/>
                  </a:lnTo>
                  <a:lnTo>
                    <a:pt x="687324" y="800100"/>
                  </a:lnTo>
                  <a:lnTo>
                    <a:pt x="697992" y="774192"/>
                  </a:lnTo>
                  <a:lnTo>
                    <a:pt x="696468" y="774192"/>
                  </a:lnTo>
                  <a:lnTo>
                    <a:pt x="707136" y="762000"/>
                  </a:lnTo>
                  <a:lnTo>
                    <a:pt x="705612" y="762000"/>
                  </a:lnTo>
                  <a:lnTo>
                    <a:pt x="716280" y="748284"/>
                  </a:lnTo>
                  <a:lnTo>
                    <a:pt x="714756" y="748284"/>
                  </a:lnTo>
                  <a:lnTo>
                    <a:pt x="725424" y="723900"/>
                  </a:lnTo>
                  <a:lnTo>
                    <a:pt x="734568" y="723900"/>
                  </a:lnTo>
                  <a:lnTo>
                    <a:pt x="743712" y="697992"/>
                  </a:lnTo>
                  <a:lnTo>
                    <a:pt x="754380" y="685800"/>
                  </a:lnTo>
                  <a:lnTo>
                    <a:pt x="752856" y="685800"/>
                  </a:lnTo>
                  <a:lnTo>
                    <a:pt x="763524" y="672084"/>
                  </a:lnTo>
                  <a:lnTo>
                    <a:pt x="772668" y="647700"/>
                  </a:lnTo>
                  <a:lnTo>
                    <a:pt x="794004" y="621792"/>
                  </a:lnTo>
                  <a:lnTo>
                    <a:pt x="792480" y="621792"/>
                  </a:lnTo>
                  <a:lnTo>
                    <a:pt x="824484" y="571500"/>
                  </a:lnTo>
                  <a:lnTo>
                    <a:pt x="822960" y="571500"/>
                  </a:lnTo>
                  <a:lnTo>
                    <a:pt x="886968" y="481584"/>
                  </a:lnTo>
                  <a:lnTo>
                    <a:pt x="886968" y="495287"/>
                  </a:lnTo>
                  <a:lnTo>
                    <a:pt x="891527" y="481584"/>
                  </a:lnTo>
                  <a:lnTo>
                    <a:pt x="897636" y="469392"/>
                  </a:lnTo>
                  <a:lnTo>
                    <a:pt x="906780" y="457200"/>
                  </a:lnTo>
                  <a:lnTo>
                    <a:pt x="906780" y="0"/>
                  </a:lnTo>
                  <a:close/>
                </a:path>
                <a:path w="907415" h="4582795">
                  <a:moveTo>
                    <a:pt x="906792" y="4113276"/>
                  </a:moveTo>
                  <a:lnTo>
                    <a:pt x="897648" y="4113276"/>
                  </a:lnTo>
                  <a:lnTo>
                    <a:pt x="876312" y="4075176"/>
                  </a:lnTo>
                  <a:lnTo>
                    <a:pt x="865644" y="4061447"/>
                  </a:lnTo>
                  <a:lnTo>
                    <a:pt x="822972" y="3998976"/>
                  </a:lnTo>
                  <a:lnTo>
                    <a:pt x="824496" y="3998976"/>
                  </a:lnTo>
                  <a:lnTo>
                    <a:pt x="803160" y="3960876"/>
                  </a:lnTo>
                  <a:lnTo>
                    <a:pt x="794016" y="3960876"/>
                  </a:lnTo>
                  <a:lnTo>
                    <a:pt x="772680" y="3922776"/>
                  </a:lnTo>
                  <a:lnTo>
                    <a:pt x="763536" y="3909047"/>
                  </a:lnTo>
                  <a:lnTo>
                    <a:pt x="752868" y="3884676"/>
                  </a:lnTo>
                  <a:lnTo>
                    <a:pt x="743724" y="3884676"/>
                  </a:lnTo>
                  <a:lnTo>
                    <a:pt x="725436" y="3846576"/>
                  </a:lnTo>
                  <a:lnTo>
                    <a:pt x="714768" y="3820668"/>
                  </a:lnTo>
                  <a:lnTo>
                    <a:pt x="716292" y="3820668"/>
                  </a:lnTo>
                  <a:lnTo>
                    <a:pt x="705624" y="3808476"/>
                  </a:lnTo>
                  <a:lnTo>
                    <a:pt x="368820" y="3808476"/>
                  </a:lnTo>
                  <a:lnTo>
                    <a:pt x="405396" y="3884676"/>
                  </a:lnTo>
                  <a:lnTo>
                    <a:pt x="416064" y="3909047"/>
                  </a:lnTo>
                  <a:lnTo>
                    <a:pt x="425208" y="3922776"/>
                  </a:lnTo>
                  <a:lnTo>
                    <a:pt x="435876" y="3947147"/>
                  </a:lnTo>
                  <a:lnTo>
                    <a:pt x="445020" y="3960876"/>
                  </a:lnTo>
                  <a:lnTo>
                    <a:pt x="487692" y="4037076"/>
                  </a:lnTo>
                  <a:lnTo>
                    <a:pt x="509028" y="4061447"/>
                  </a:lnTo>
                  <a:lnTo>
                    <a:pt x="551700" y="4137647"/>
                  </a:lnTo>
                  <a:lnTo>
                    <a:pt x="563892" y="4151376"/>
                  </a:lnTo>
                  <a:lnTo>
                    <a:pt x="585228" y="4189476"/>
                  </a:lnTo>
                  <a:lnTo>
                    <a:pt x="609612" y="4213847"/>
                  </a:lnTo>
                  <a:lnTo>
                    <a:pt x="620280" y="4227576"/>
                  </a:lnTo>
                  <a:lnTo>
                    <a:pt x="644664" y="4265676"/>
                  </a:lnTo>
                  <a:lnTo>
                    <a:pt x="656856" y="4277868"/>
                  </a:lnTo>
                  <a:lnTo>
                    <a:pt x="669048" y="4303763"/>
                  </a:lnTo>
                  <a:lnTo>
                    <a:pt x="679716" y="4315968"/>
                  </a:lnTo>
                  <a:lnTo>
                    <a:pt x="693432" y="4328160"/>
                  </a:lnTo>
                  <a:lnTo>
                    <a:pt x="705624" y="4341863"/>
                  </a:lnTo>
                  <a:lnTo>
                    <a:pt x="730008" y="4379963"/>
                  </a:lnTo>
                  <a:lnTo>
                    <a:pt x="742200" y="4392168"/>
                  </a:lnTo>
                  <a:lnTo>
                    <a:pt x="755916" y="4418063"/>
                  </a:lnTo>
                  <a:lnTo>
                    <a:pt x="780300" y="4442460"/>
                  </a:lnTo>
                  <a:lnTo>
                    <a:pt x="807732" y="4468368"/>
                  </a:lnTo>
                  <a:lnTo>
                    <a:pt x="819924" y="4494276"/>
                  </a:lnTo>
                  <a:lnTo>
                    <a:pt x="847356" y="4518660"/>
                  </a:lnTo>
                  <a:lnTo>
                    <a:pt x="859548" y="4532376"/>
                  </a:lnTo>
                  <a:lnTo>
                    <a:pt x="900696" y="4570476"/>
                  </a:lnTo>
                  <a:lnTo>
                    <a:pt x="906792" y="4582668"/>
                  </a:lnTo>
                  <a:lnTo>
                    <a:pt x="906792" y="4113276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1" y="1725167"/>
              <a:ext cx="8955023" cy="4843271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90"/>
              </a:spcBef>
            </a:pPr>
            <a:r>
              <a:rPr dirty="0" spc="-40"/>
              <a:t>IMPLEMENTATION</a:t>
            </a:r>
            <a:r>
              <a:rPr dirty="0" spc="-80"/>
              <a:t> </a:t>
            </a:r>
            <a:r>
              <a:rPr dirty="0" spc="-10"/>
              <a:t>SCREENSHOTS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291" y="466496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4547"/>
                </a:lnTo>
                <a:lnTo>
                  <a:pt x="198119" y="563879"/>
                </a:lnTo>
                <a:lnTo>
                  <a:pt x="156971" y="547115"/>
                </a:lnTo>
                <a:lnTo>
                  <a:pt x="118871" y="522731"/>
                </a:lnTo>
                <a:lnTo>
                  <a:pt x="85343" y="493775"/>
                </a:lnTo>
                <a:lnTo>
                  <a:pt x="56387" y="460247"/>
                </a:lnTo>
                <a:lnTo>
                  <a:pt x="33528" y="422147"/>
                </a:lnTo>
                <a:lnTo>
                  <a:pt x="15240" y="380999"/>
                </a:lnTo>
                <a:lnTo>
                  <a:pt x="4571" y="336803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8" y="156971"/>
                </a:lnTo>
                <a:lnTo>
                  <a:pt x="56387" y="118871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2003"/>
                </a:lnTo>
                <a:lnTo>
                  <a:pt x="198119" y="15239"/>
                </a:lnTo>
                <a:lnTo>
                  <a:pt x="242315" y="3047"/>
                </a:lnTo>
                <a:lnTo>
                  <a:pt x="289559" y="0"/>
                </a:lnTo>
                <a:lnTo>
                  <a:pt x="336803" y="3047"/>
                </a:lnTo>
                <a:lnTo>
                  <a:pt x="380999" y="15239"/>
                </a:lnTo>
                <a:lnTo>
                  <a:pt x="423672" y="32003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18871"/>
                </a:lnTo>
                <a:lnTo>
                  <a:pt x="547116" y="156971"/>
                </a:lnTo>
                <a:lnTo>
                  <a:pt x="565403" y="198119"/>
                </a:lnTo>
                <a:lnTo>
                  <a:pt x="576072" y="242315"/>
                </a:lnTo>
                <a:lnTo>
                  <a:pt x="579119" y="289559"/>
                </a:lnTo>
                <a:lnTo>
                  <a:pt x="576072" y="336803"/>
                </a:lnTo>
                <a:lnTo>
                  <a:pt x="565403" y="380999"/>
                </a:lnTo>
                <a:lnTo>
                  <a:pt x="547116" y="422147"/>
                </a:lnTo>
                <a:lnTo>
                  <a:pt x="524255" y="460247"/>
                </a:lnTo>
                <a:lnTo>
                  <a:pt x="495300" y="493775"/>
                </a:lnTo>
                <a:lnTo>
                  <a:pt x="460247" y="522731"/>
                </a:lnTo>
                <a:lnTo>
                  <a:pt x="423672" y="547115"/>
                </a:lnTo>
                <a:lnTo>
                  <a:pt x="380999" y="563879"/>
                </a:lnTo>
                <a:lnTo>
                  <a:pt x="336803" y="574547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150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1500" y="2324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14564" y="2000648"/>
            <a:ext cx="415290" cy="35452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algn="ctr" marL="190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 marR="444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Tahoma"/>
              <a:cs typeface="Tahoma"/>
            </a:endParaRPr>
          </a:p>
          <a:p>
            <a:pPr algn="ctr" marR="190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 marL="190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400" spc="-20" b="1">
                <a:solidFill>
                  <a:srgbClr val="001F60"/>
                </a:solidFill>
                <a:latin typeface="Tahoma"/>
                <a:cs typeface="Tahoma"/>
              </a:rPr>
              <a:t>8(A)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400">
              <a:latin typeface="Tahoma"/>
              <a:cs typeface="Tahoma"/>
            </a:endParaRPr>
          </a:p>
          <a:p>
            <a:pPr algn="ctr" marR="190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7696"/>
            <a:ext cx="548639" cy="140207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155191" y="1699260"/>
            <a:ext cx="9531350" cy="4345305"/>
            <a:chOff x="1155191" y="1699260"/>
            <a:chExt cx="9531350" cy="4345305"/>
          </a:xfrm>
        </p:grpSpPr>
        <p:sp>
          <p:nvSpPr>
            <p:cNvPr id="14" name="object 14"/>
            <p:cNvSpPr/>
            <p:nvPr/>
          </p:nvSpPr>
          <p:spPr>
            <a:xfrm>
              <a:off x="9883140" y="1700783"/>
              <a:ext cx="803275" cy="4344035"/>
            </a:xfrm>
            <a:custGeom>
              <a:avLst/>
              <a:gdLst/>
              <a:ahLst/>
              <a:cxnLst/>
              <a:rect l="l" t="t" r="r" b="b"/>
              <a:pathLst>
                <a:path w="803275" h="4344035">
                  <a:moveTo>
                    <a:pt x="544055" y="976884"/>
                  </a:moveTo>
                  <a:lnTo>
                    <a:pt x="542544" y="976884"/>
                  </a:lnTo>
                  <a:lnTo>
                    <a:pt x="541020" y="989076"/>
                  </a:lnTo>
                  <a:lnTo>
                    <a:pt x="544055" y="976884"/>
                  </a:lnTo>
                  <a:close/>
                </a:path>
                <a:path w="803275" h="4344035">
                  <a:moveTo>
                    <a:pt x="582155" y="888492"/>
                  </a:moveTo>
                  <a:lnTo>
                    <a:pt x="579120" y="888492"/>
                  </a:lnTo>
                  <a:lnTo>
                    <a:pt x="579120" y="900684"/>
                  </a:lnTo>
                  <a:lnTo>
                    <a:pt x="582155" y="888492"/>
                  </a:lnTo>
                  <a:close/>
                </a:path>
                <a:path w="803275" h="4344035">
                  <a:moveTo>
                    <a:pt x="615683" y="824484"/>
                  </a:moveTo>
                  <a:lnTo>
                    <a:pt x="611124" y="824484"/>
                  </a:lnTo>
                  <a:lnTo>
                    <a:pt x="611124" y="836676"/>
                  </a:lnTo>
                  <a:lnTo>
                    <a:pt x="615683" y="824484"/>
                  </a:lnTo>
                  <a:close/>
                </a:path>
                <a:path w="803275" h="4344035">
                  <a:moveTo>
                    <a:pt x="803148" y="0"/>
                  </a:moveTo>
                  <a:lnTo>
                    <a:pt x="781812" y="0"/>
                  </a:lnTo>
                  <a:lnTo>
                    <a:pt x="768096" y="38100"/>
                  </a:lnTo>
                  <a:lnTo>
                    <a:pt x="729996" y="76200"/>
                  </a:lnTo>
                  <a:lnTo>
                    <a:pt x="681228" y="152400"/>
                  </a:lnTo>
                  <a:lnTo>
                    <a:pt x="669023" y="152400"/>
                  </a:lnTo>
                  <a:lnTo>
                    <a:pt x="644652" y="190500"/>
                  </a:lnTo>
                  <a:lnTo>
                    <a:pt x="632460" y="190500"/>
                  </a:lnTo>
                  <a:lnTo>
                    <a:pt x="621792" y="228600"/>
                  </a:lnTo>
                  <a:lnTo>
                    <a:pt x="597395" y="266700"/>
                  </a:lnTo>
                  <a:lnTo>
                    <a:pt x="586727" y="266700"/>
                  </a:lnTo>
                  <a:lnTo>
                    <a:pt x="574548" y="279400"/>
                  </a:lnTo>
                  <a:lnTo>
                    <a:pt x="553212" y="317500"/>
                  </a:lnTo>
                  <a:lnTo>
                    <a:pt x="541020" y="342900"/>
                  </a:lnTo>
                  <a:lnTo>
                    <a:pt x="509016" y="381000"/>
                  </a:lnTo>
                  <a:lnTo>
                    <a:pt x="487680" y="419100"/>
                  </a:lnTo>
                  <a:lnTo>
                    <a:pt x="455663" y="469900"/>
                  </a:lnTo>
                  <a:lnTo>
                    <a:pt x="446532" y="495300"/>
                  </a:lnTo>
                  <a:lnTo>
                    <a:pt x="435864" y="508000"/>
                  </a:lnTo>
                  <a:lnTo>
                    <a:pt x="426720" y="533400"/>
                  </a:lnTo>
                  <a:lnTo>
                    <a:pt x="416052" y="533400"/>
                  </a:lnTo>
                  <a:lnTo>
                    <a:pt x="406895" y="571500"/>
                  </a:lnTo>
                  <a:lnTo>
                    <a:pt x="396227" y="571500"/>
                  </a:lnTo>
                  <a:lnTo>
                    <a:pt x="323088" y="711200"/>
                  </a:lnTo>
                  <a:lnTo>
                    <a:pt x="315468" y="736600"/>
                  </a:lnTo>
                  <a:lnTo>
                    <a:pt x="297180" y="774700"/>
                  </a:lnTo>
                  <a:lnTo>
                    <a:pt x="289560" y="787400"/>
                  </a:lnTo>
                  <a:lnTo>
                    <a:pt x="280416" y="812800"/>
                  </a:lnTo>
                  <a:lnTo>
                    <a:pt x="257556" y="863600"/>
                  </a:lnTo>
                  <a:lnTo>
                    <a:pt x="248412" y="889000"/>
                  </a:lnTo>
                  <a:lnTo>
                    <a:pt x="233159" y="927100"/>
                  </a:lnTo>
                  <a:lnTo>
                    <a:pt x="227063" y="939800"/>
                  </a:lnTo>
                  <a:lnTo>
                    <a:pt x="204216" y="1003300"/>
                  </a:lnTo>
                  <a:lnTo>
                    <a:pt x="198120" y="1016000"/>
                  </a:lnTo>
                  <a:lnTo>
                    <a:pt x="190500" y="1041400"/>
                  </a:lnTo>
                  <a:lnTo>
                    <a:pt x="184391" y="1054100"/>
                  </a:lnTo>
                  <a:lnTo>
                    <a:pt x="176784" y="1079500"/>
                  </a:lnTo>
                  <a:lnTo>
                    <a:pt x="164592" y="1130300"/>
                  </a:lnTo>
                  <a:lnTo>
                    <a:pt x="158496" y="1130300"/>
                  </a:lnTo>
                  <a:lnTo>
                    <a:pt x="134112" y="1219200"/>
                  </a:lnTo>
                  <a:lnTo>
                    <a:pt x="121920" y="1257300"/>
                  </a:lnTo>
                  <a:lnTo>
                    <a:pt x="117348" y="1282700"/>
                  </a:lnTo>
                  <a:lnTo>
                    <a:pt x="111252" y="1295400"/>
                  </a:lnTo>
                  <a:lnTo>
                    <a:pt x="106680" y="1320800"/>
                  </a:lnTo>
                  <a:lnTo>
                    <a:pt x="100584" y="1333500"/>
                  </a:lnTo>
                  <a:lnTo>
                    <a:pt x="96012" y="1358900"/>
                  </a:lnTo>
                  <a:lnTo>
                    <a:pt x="73152" y="1460500"/>
                  </a:lnTo>
                  <a:lnTo>
                    <a:pt x="63995" y="1511300"/>
                  </a:lnTo>
                  <a:lnTo>
                    <a:pt x="60960" y="1524000"/>
                  </a:lnTo>
                  <a:lnTo>
                    <a:pt x="56388" y="1549400"/>
                  </a:lnTo>
                  <a:lnTo>
                    <a:pt x="53327" y="1562100"/>
                  </a:lnTo>
                  <a:lnTo>
                    <a:pt x="48768" y="1587500"/>
                  </a:lnTo>
                  <a:lnTo>
                    <a:pt x="45720" y="1600200"/>
                  </a:lnTo>
                  <a:lnTo>
                    <a:pt x="39624" y="1651000"/>
                  </a:lnTo>
                  <a:lnTo>
                    <a:pt x="36563" y="1663700"/>
                  </a:lnTo>
                  <a:lnTo>
                    <a:pt x="27432" y="1739900"/>
                  </a:lnTo>
                  <a:lnTo>
                    <a:pt x="24384" y="1752600"/>
                  </a:lnTo>
                  <a:lnTo>
                    <a:pt x="22860" y="1778000"/>
                  </a:lnTo>
                  <a:lnTo>
                    <a:pt x="19812" y="1790700"/>
                  </a:lnTo>
                  <a:lnTo>
                    <a:pt x="18288" y="1816100"/>
                  </a:lnTo>
                  <a:lnTo>
                    <a:pt x="15227" y="1841500"/>
                  </a:lnTo>
                  <a:lnTo>
                    <a:pt x="4559" y="1981212"/>
                  </a:lnTo>
                  <a:lnTo>
                    <a:pt x="4559" y="2006612"/>
                  </a:lnTo>
                  <a:lnTo>
                    <a:pt x="1524" y="2044712"/>
                  </a:lnTo>
                  <a:lnTo>
                    <a:pt x="1524" y="2095512"/>
                  </a:lnTo>
                  <a:lnTo>
                    <a:pt x="0" y="2120912"/>
                  </a:lnTo>
                  <a:lnTo>
                    <a:pt x="0" y="2197112"/>
                  </a:lnTo>
                  <a:lnTo>
                    <a:pt x="1524" y="2222512"/>
                  </a:lnTo>
                  <a:lnTo>
                    <a:pt x="1524" y="2273312"/>
                  </a:lnTo>
                  <a:lnTo>
                    <a:pt x="4559" y="2311412"/>
                  </a:lnTo>
                  <a:lnTo>
                    <a:pt x="4559" y="2336812"/>
                  </a:lnTo>
                  <a:lnTo>
                    <a:pt x="15227" y="2476512"/>
                  </a:lnTo>
                  <a:lnTo>
                    <a:pt x="18288" y="2501912"/>
                  </a:lnTo>
                  <a:lnTo>
                    <a:pt x="19812" y="2527312"/>
                  </a:lnTo>
                  <a:lnTo>
                    <a:pt x="22860" y="2540012"/>
                  </a:lnTo>
                  <a:lnTo>
                    <a:pt x="27432" y="2590812"/>
                  </a:lnTo>
                  <a:lnTo>
                    <a:pt x="42659" y="2692412"/>
                  </a:lnTo>
                  <a:lnTo>
                    <a:pt x="48768" y="2730512"/>
                  </a:lnTo>
                  <a:lnTo>
                    <a:pt x="56388" y="2768612"/>
                  </a:lnTo>
                  <a:lnTo>
                    <a:pt x="60960" y="2794012"/>
                  </a:lnTo>
                  <a:lnTo>
                    <a:pt x="63995" y="2819412"/>
                  </a:lnTo>
                  <a:lnTo>
                    <a:pt x="91427" y="2933712"/>
                  </a:lnTo>
                  <a:lnTo>
                    <a:pt x="100584" y="2984512"/>
                  </a:lnTo>
                  <a:lnTo>
                    <a:pt x="106680" y="2997212"/>
                  </a:lnTo>
                  <a:lnTo>
                    <a:pt x="111252" y="3022612"/>
                  </a:lnTo>
                  <a:lnTo>
                    <a:pt x="117348" y="3035312"/>
                  </a:lnTo>
                  <a:lnTo>
                    <a:pt x="121920" y="3060712"/>
                  </a:lnTo>
                  <a:lnTo>
                    <a:pt x="170688" y="3225812"/>
                  </a:lnTo>
                  <a:lnTo>
                    <a:pt x="176784" y="3238512"/>
                  </a:lnTo>
                  <a:lnTo>
                    <a:pt x="184391" y="3263912"/>
                  </a:lnTo>
                  <a:lnTo>
                    <a:pt x="190500" y="3276612"/>
                  </a:lnTo>
                  <a:lnTo>
                    <a:pt x="198120" y="3302012"/>
                  </a:lnTo>
                  <a:lnTo>
                    <a:pt x="204216" y="3314712"/>
                  </a:lnTo>
                  <a:lnTo>
                    <a:pt x="227063" y="3378212"/>
                  </a:lnTo>
                  <a:lnTo>
                    <a:pt x="233159" y="3390912"/>
                  </a:lnTo>
                  <a:lnTo>
                    <a:pt x="248412" y="3429012"/>
                  </a:lnTo>
                  <a:lnTo>
                    <a:pt x="257556" y="3454412"/>
                  </a:lnTo>
                  <a:lnTo>
                    <a:pt x="280416" y="3505212"/>
                  </a:lnTo>
                  <a:lnTo>
                    <a:pt x="289560" y="3530612"/>
                  </a:lnTo>
                  <a:lnTo>
                    <a:pt x="297180" y="3543312"/>
                  </a:lnTo>
                  <a:lnTo>
                    <a:pt x="315468" y="3581412"/>
                  </a:lnTo>
                  <a:lnTo>
                    <a:pt x="323088" y="3606812"/>
                  </a:lnTo>
                  <a:lnTo>
                    <a:pt x="332232" y="3619512"/>
                  </a:lnTo>
                  <a:lnTo>
                    <a:pt x="359664" y="3670312"/>
                  </a:lnTo>
                  <a:lnTo>
                    <a:pt x="396227" y="3746512"/>
                  </a:lnTo>
                  <a:lnTo>
                    <a:pt x="406895" y="3759212"/>
                  </a:lnTo>
                  <a:lnTo>
                    <a:pt x="416052" y="3784612"/>
                  </a:lnTo>
                  <a:lnTo>
                    <a:pt x="426720" y="3797312"/>
                  </a:lnTo>
                  <a:lnTo>
                    <a:pt x="435864" y="3822712"/>
                  </a:lnTo>
                  <a:lnTo>
                    <a:pt x="446532" y="3835412"/>
                  </a:lnTo>
                  <a:lnTo>
                    <a:pt x="455663" y="3848112"/>
                  </a:lnTo>
                  <a:lnTo>
                    <a:pt x="477012" y="3886212"/>
                  </a:lnTo>
                  <a:lnTo>
                    <a:pt x="498348" y="3911612"/>
                  </a:lnTo>
                  <a:lnTo>
                    <a:pt x="541020" y="3987812"/>
                  </a:lnTo>
                  <a:lnTo>
                    <a:pt x="553212" y="4013212"/>
                  </a:lnTo>
                  <a:lnTo>
                    <a:pt x="574548" y="4038612"/>
                  </a:lnTo>
                  <a:lnTo>
                    <a:pt x="586727" y="4064012"/>
                  </a:lnTo>
                  <a:lnTo>
                    <a:pt x="597395" y="4076712"/>
                  </a:lnTo>
                  <a:lnTo>
                    <a:pt x="621792" y="4102112"/>
                  </a:lnTo>
                  <a:lnTo>
                    <a:pt x="632460" y="4127512"/>
                  </a:lnTo>
                  <a:lnTo>
                    <a:pt x="656844" y="4152912"/>
                  </a:lnTo>
                  <a:lnTo>
                    <a:pt x="681228" y="4191012"/>
                  </a:lnTo>
                  <a:lnTo>
                    <a:pt x="693420" y="4203712"/>
                  </a:lnTo>
                  <a:lnTo>
                    <a:pt x="717791" y="4241812"/>
                  </a:lnTo>
                  <a:lnTo>
                    <a:pt x="729996" y="4254512"/>
                  </a:lnTo>
                  <a:lnTo>
                    <a:pt x="743712" y="4267212"/>
                  </a:lnTo>
                  <a:lnTo>
                    <a:pt x="768096" y="4292612"/>
                  </a:lnTo>
                  <a:lnTo>
                    <a:pt x="781812" y="4318012"/>
                  </a:lnTo>
                  <a:lnTo>
                    <a:pt x="793991" y="4330712"/>
                  </a:lnTo>
                  <a:lnTo>
                    <a:pt x="803148" y="4343412"/>
                  </a:lnTo>
                  <a:lnTo>
                    <a:pt x="803148" y="3835412"/>
                  </a:lnTo>
                  <a:lnTo>
                    <a:pt x="793991" y="3822712"/>
                  </a:lnTo>
                  <a:lnTo>
                    <a:pt x="772668" y="3797312"/>
                  </a:lnTo>
                  <a:lnTo>
                    <a:pt x="774192" y="3797312"/>
                  </a:lnTo>
                  <a:lnTo>
                    <a:pt x="763524" y="3784612"/>
                  </a:lnTo>
                  <a:lnTo>
                    <a:pt x="754380" y="3759212"/>
                  </a:lnTo>
                  <a:lnTo>
                    <a:pt x="743712" y="3746512"/>
                  </a:lnTo>
                  <a:lnTo>
                    <a:pt x="745223" y="3746512"/>
                  </a:lnTo>
                  <a:lnTo>
                    <a:pt x="734568" y="3733812"/>
                  </a:lnTo>
                  <a:lnTo>
                    <a:pt x="716280" y="3695712"/>
                  </a:lnTo>
                  <a:lnTo>
                    <a:pt x="697992" y="3670312"/>
                  </a:lnTo>
                  <a:lnTo>
                    <a:pt x="670560" y="3619512"/>
                  </a:lnTo>
                  <a:lnTo>
                    <a:pt x="652259" y="3581412"/>
                  </a:lnTo>
                  <a:lnTo>
                    <a:pt x="653796" y="3581412"/>
                  </a:lnTo>
                  <a:lnTo>
                    <a:pt x="635495" y="3556012"/>
                  </a:lnTo>
                  <a:lnTo>
                    <a:pt x="637032" y="3556012"/>
                  </a:lnTo>
                  <a:lnTo>
                    <a:pt x="618744" y="3517912"/>
                  </a:lnTo>
                  <a:lnTo>
                    <a:pt x="620268" y="3517912"/>
                  </a:lnTo>
                  <a:lnTo>
                    <a:pt x="611124" y="3505212"/>
                  </a:lnTo>
                  <a:lnTo>
                    <a:pt x="603491" y="3492512"/>
                  </a:lnTo>
                  <a:lnTo>
                    <a:pt x="594360" y="3467112"/>
                  </a:lnTo>
                  <a:lnTo>
                    <a:pt x="595884" y="3467112"/>
                  </a:lnTo>
                  <a:lnTo>
                    <a:pt x="586727" y="3454412"/>
                  </a:lnTo>
                  <a:lnTo>
                    <a:pt x="579120" y="3441712"/>
                  </a:lnTo>
                  <a:lnTo>
                    <a:pt x="548627" y="3365512"/>
                  </a:lnTo>
                  <a:lnTo>
                    <a:pt x="541020" y="3352812"/>
                  </a:lnTo>
                  <a:lnTo>
                    <a:pt x="542544" y="3352812"/>
                  </a:lnTo>
                  <a:lnTo>
                    <a:pt x="519684" y="3302012"/>
                  </a:lnTo>
                  <a:lnTo>
                    <a:pt x="521195" y="3302012"/>
                  </a:lnTo>
                  <a:lnTo>
                    <a:pt x="516623" y="3289312"/>
                  </a:lnTo>
                  <a:lnTo>
                    <a:pt x="514096" y="3289312"/>
                  </a:lnTo>
                  <a:lnTo>
                    <a:pt x="513588" y="3287268"/>
                  </a:lnTo>
                  <a:lnTo>
                    <a:pt x="513588" y="3289312"/>
                  </a:lnTo>
                  <a:lnTo>
                    <a:pt x="505968" y="3263912"/>
                  </a:lnTo>
                  <a:lnTo>
                    <a:pt x="507492" y="3263912"/>
                  </a:lnTo>
                  <a:lnTo>
                    <a:pt x="499859" y="3251212"/>
                  </a:lnTo>
                  <a:lnTo>
                    <a:pt x="493763" y="3225812"/>
                  </a:lnTo>
                  <a:lnTo>
                    <a:pt x="486156" y="3213112"/>
                  </a:lnTo>
                  <a:lnTo>
                    <a:pt x="487680" y="3213112"/>
                  </a:lnTo>
                  <a:lnTo>
                    <a:pt x="480060" y="3187712"/>
                  </a:lnTo>
                  <a:lnTo>
                    <a:pt x="461759" y="3149612"/>
                  </a:lnTo>
                  <a:lnTo>
                    <a:pt x="449580" y="3111512"/>
                  </a:lnTo>
                  <a:lnTo>
                    <a:pt x="444995" y="3086112"/>
                  </a:lnTo>
                  <a:lnTo>
                    <a:pt x="432816" y="3048012"/>
                  </a:lnTo>
                  <a:lnTo>
                    <a:pt x="428244" y="3035312"/>
                  </a:lnTo>
                  <a:lnTo>
                    <a:pt x="425196" y="3022612"/>
                  </a:lnTo>
                  <a:lnTo>
                    <a:pt x="422592" y="3022612"/>
                  </a:lnTo>
                  <a:lnTo>
                    <a:pt x="422148" y="3020568"/>
                  </a:lnTo>
                  <a:lnTo>
                    <a:pt x="422148" y="3022612"/>
                  </a:lnTo>
                  <a:lnTo>
                    <a:pt x="417563" y="2997212"/>
                  </a:lnTo>
                  <a:lnTo>
                    <a:pt x="411480" y="2984512"/>
                  </a:lnTo>
                  <a:lnTo>
                    <a:pt x="412991" y="2984512"/>
                  </a:lnTo>
                  <a:lnTo>
                    <a:pt x="406895" y="2959112"/>
                  </a:lnTo>
                  <a:lnTo>
                    <a:pt x="374891" y="2832112"/>
                  </a:lnTo>
                  <a:lnTo>
                    <a:pt x="371856" y="2806712"/>
                  </a:lnTo>
                  <a:lnTo>
                    <a:pt x="362712" y="2768612"/>
                  </a:lnTo>
                  <a:lnTo>
                    <a:pt x="359778" y="2768612"/>
                  </a:lnTo>
                  <a:lnTo>
                    <a:pt x="359651" y="2767584"/>
                  </a:lnTo>
                  <a:lnTo>
                    <a:pt x="359651" y="2768511"/>
                  </a:lnTo>
                  <a:lnTo>
                    <a:pt x="355092" y="2730512"/>
                  </a:lnTo>
                  <a:lnTo>
                    <a:pt x="352044" y="2730512"/>
                  </a:lnTo>
                  <a:lnTo>
                    <a:pt x="350520" y="2705112"/>
                  </a:lnTo>
                  <a:lnTo>
                    <a:pt x="349173" y="2705112"/>
                  </a:lnTo>
                  <a:lnTo>
                    <a:pt x="348983" y="2703576"/>
                  </a:lnTo>
                  <a:lnTo>
                    <a:pt x="348983" y="2705011"/>
                  </a:lnTo>
                  <a:lnTo>
                    <a:pt x="344424" y="2667012"/>
                  </a:lnTo>
                  <a:lnTo>
                    <a:pt x="343077" y="2667012"/>
                  </a:lnTo>
                  <a:lnTo>
                    <a:pt x="342887" y="2665476"/>
                  </a:lnTo>
                  <a:lnTo>
                    <a:pt x="342887" y="2666949"/>
                  </a:lnTo>
                  <a:lnTo>
                    <a:pt x="327660" y="2578112"/>
                  </a:lnTo>
                  <a:lnTo>
                    <a:pt x="326123" y="2552712"/>
                  </a:lnTo>
                  <a:lnTo>
                    <a:pt x="323088" y="2540012"/>
                  </a:lnTo>
                  <a:lnTo>
                    <a:pt x="321564" y="2514612"/>
                  </a:lnTo>
                  <a:lnTo>
                    <a:pt x="318516" y="2501912"/>
                  </a:lnTo>
                  <a:lnTo>
                    <a:pt x="316992" y="2476512"/>
                  </a:lnTo>
                  <a:lnTo>
                    <a:pt x="315468" y="2463812"/>
                  </a:lnTo>
                  <a:lnTo>
                    <a:pt x="315455" y="2463495"/>
                  </a:lnTo>
                  <a:lnTo>
                    <a:pt x="313944" y="2425712"/>
                  </a:lnTo>
                  <a:lnTo>
                    <a:pt x="310896" y="2413012"/>
                  </a:lnTo>
                  <a:lnTo>
                    <a:pt x="307848" y="2374912"/>
                  </a:lnTo>
                  <a:lnTo>
                    <a:pt x="309359" y="2374912"/>
                  </a:lnTo>
                  <a:lnTo>
                    <a:pt x="304800" y="2311412"/>
                  </a:lnTo>
                  <a:lnTo>
                    <a:pt x="304800" y="2298712"/>
                  </a:lnTo>
                  <a:lnTo>
                    <a:pt x="303263" y="2273312"/>
                  </a:lnTo>
                  <a:lnTo>
                    <a:pt x="303263" y="2260612"/>
                  </a:lnTo>
                  <a:lnTo>
                    <a:pt x="301752" y="2235212"/>
                  </a:lnTo>
                  <a:lnTo>
                    <a:pt x="301752" y="2082812"/>
                  </a:lnTo>
                  <a:lnTo>
                    <a:pt x="303263" y="2057412"/>
                  </a:lnTo>
                  <a:lnTo>
                    <a:pt x="303263" y="2044712"/>
                  </a:lnTo>
                  <a:lnTo>
                    <a:pt x="304800" y="2019312"/>
                  </a:lnTo>
                  <a:lnTo>
                    <a:pt x="304800" y="2006612"/>
                  </a:lnTo>
                  <a:lnTo>
                    <a:pt x="309359" y="1943112"/>
                  </a:lnTo>
                  <a:lnTo>
                    <a:pt x="307848" y="1943112"/>
                  </a:lnTo>
                  <a:lnTo>
                    <a:pt x="310896" y="1905000"/>
                  </a:lnTo>
                  <a:lnTo>
                    <a:pt x="313944" y="1892300"/>
                  </a:lnTo>
                  <a:lnTo>
                    <a:pt x="318516" y="1828800"/>
                  </a:lnTo>
                  <a:lnTo>
                    <a:pt x="321564" y="1816100"/>
                  </a:lnTo>
                  <a:lnTo>
                    <a:pt x="323088" y="1790700"/>
                  </a:lnTo>
                  <a:lnTo>
                    <a:pt x="326123" y="1778000"/>
                  </a:lnTo>
                  <a:lnTo>
                    <a:pt x="327660" y="1752600"/>
                  </a:lnTo>
                  <a:lnTo>
                    <a:pt x="352044" y="1600200"/>
                  </a:lnTo>
                  <a:lnTo>
                    <a:pt x="356616" y="1587500"/>
                  </a:lnTo>
                  <a:lnTo>
                    <a:pt x="355092" y="1587500"/>
                  </a:lnTo>
                  <a:lnTo>
                    <a:pt x="359664" y="1562100"/>
                  </a:lnTo>
                  <a:lnTo>
                    <a:pt x="371856" y="1511300"/>
                  </a:lnTo>
                  <a:lnTo>
                    <a:pt x="374891" y="1485900"/>
                  </a:lnTo>
                  <a:lnTo>
                    <a:pt x="412991" y="1333500"/>
                  </a:lnTo>
                  <a:lnTo>
                    <a:pt x="417563" y="1320800"/>
                  </a:lnTo>
                  <a:lnTo>
                    <a:pt x="419100" y="1320800"/>
                  </a:lnTo>
                  <a:lnTo>
                    <a:pt x="428244" y="1282700"/>
                  </a:lnTo>
                  <a:lnTo>
                    <a:pt x="432816" y="1270000"/>
                  </a:lnTo>
                  <a:lnTo>
                    <a:pt x="444995" y="1231900"/>
                  </a:lnTo>
                  <a:lnTo>
                    <a:pt x="449580" y="1206500"/>
                  </a:lnTo>
                  <a:lnTo>
                    <a:pt x="467868" y="1168400"/>
                  </a:lnTo>
                  <a:lnTo>
                    <a:pt x="480060" y="1130300"/>
                  </a:lnTo>
                  <a:lnTo>
                    <a:pt x="487680" y="1104900"/>
                  </a:lnTo>
                  <a:lnTo>
                    <a:pt x="486156" y="1104900"/>
                  </a:lnTo>
                  <a:lnTo>
                    <a:pt x="493763" y="1092200"/>
                  </a:lnTo>
                  <a:lnTo>
                    <a:pt x="499859" y="1066800"/>
                  </a:lnTo>
                  <a:lnTo>
                    <a:pt x="507492" y="1054100"/>
                  </a:lnTo>
                  <a:lnTo>
                    <a:pt x="505968" y="1054100"/>
                  </a:lnTo>
                  <a:lnTo>
                    <a:pt x="513588" y="1041400"/>
                  </a:lnTo>
                  <a:lnTo>
                    <a:pt x="521195" y="1016000"/>
                  </a:lnTo>
                  <a:lnTo>
                    <a:pt x="519684" y="1016000"/>
                  </a:lnTo>
                  <a:lnTo>
                    <a:pt x="542544" y="965200"/>
                  </a:lnTo>
                  <a:lnTo>
                    <a:pt x="544068" y="965200"/>
                  </a:lnTo>
                  <a:lnTo>
                    <a:pt x="579120" y="876300"/>
                  </a:lnTo>
                  <a:lnTo>
                    <a:pt x="582168" y="876300"/>
                  </a:lnTo>
                  <a:lnTo>
                    <a:pt x="586727" y="863600"/>
                  </a:lnTo>
                  <a:lnTo>
                    <a:pt x="595884" y="850900"/>
                  </a:lnTo>
                  <a:lnTo>
                    <a:pt x="594360" y="850900"/>
                  </a:lnTo>
                  <a:lnTo>
                    <a:pt x="603491" y="825500"/>
                  </a:lnTo>
                  <a:lnTo>
                    <a:pt x="611124" y="812800"/>
                  </a:lnTo>
                  <a:lnTo>
                    <a:pt x="615696" y="812800"/>
                  </a:lnTo>
                  <a:lnTo>
                    <a:pt x="620268" y="800100"/>
                  </a:lnTo>
                  <a:lnTo>
                    <a:pt x="618744" y="800100"/>
                  </a:lnTo>
                  <a:lnTo>
                    <a:pt x="637032" y="762000"/>
                  </a:lnTo>
                  <a:lnTo>
                    <a:pt x="635495" y="762000"/>
                  </a:lnTo>
                  <a:lnTo>
                    <a:pt x="653796" y="736600"/>
                  </a:lnTo>
                  <a:lnTo>
                    <a:pt x="652259" y="736600"/>
                  </a:lnTo>
                  <a:lnTo>
                    <a:pt x="670560" y="698500"/>
                  </a:lnTo>
                  <a:lnTo>
                    <a:pt x="688848" y="673100"/>
                  </a:lnTo>
                  <a:lnTo>
                    <a:pt x="707123" y="635000"/>
                  </a:lnTo>
                  <a:lnTo>
                    <a:pt x="711695" y="635000"/>
                  </a:lnTo>
                  <a:lnTo>
                    <a:pt x="725424" y="609600"/>
                  </a:lnTo>
                  <a:lnTo>
                    <a:pt x="734568" y="609600"/>
                  </a:lnTo>
                  <a:lnTo>
                    <a:pt x="745223" y="571500"/>
                  </a:lnTo>
                  <a:lnTo>
                    <a:pt x="754380" y="571500"/>
                  </a:lnTo>
                  <a:lnTo>
                    <a:pt x="763524" y="546100"/>
                  </a:lnTo>
                  <a:lnTo>
                    <a:pt x="774192" y="533400"/>
                  </a:lnTo>
                  <a:lnTo>
                    <a:pt x="772668" y="533400"/>
                  </a:lnTo>
                  <a:lnTo>
                    <a:pt x="793991" y="495300"/>
                  </a:lnTo>
                  <a:lnTo>
                    <a:pt x="803148" y="495300"/>
                  </a:lnTo>
                  <a:lnTo>
                    <a:pt x="803148" y="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5191" y="1699260"/>
              <a:ext cx="9017507" cy="4212335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90"/>
              </a:spcBef>
            </a:pPr>
            <a:r>
              <a:rPr dirty="0" spc="-40"/>
              <a:t>IMPLEMENTATION</a:t>
            </a:r>
            <a:r>
              <a:rPr dirty="0" spc="-80"/>
              <a:t> </a:t>
            </a:r>
            <a:r>
              <a:rPr dirty="0" spc="-10"/>
              <a:t>SCREENSHOTS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291" y="4664964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4547"/>
                </a:lnTo>
                <a:lnTo>
                  <a:pt x="198119" y="563879"/>
                </a:lnTo>
                <a:lnTo>
                  <a:pt x="156971" y="547115"/>
                </a:lnTo>
                <a:lnTo>
                  <a:pt x="118871" y="522731"/>
                </a:lnTo>
                <a:lnTo>
                  <a:pt x="85343" y="493775"/>
                </a:lnTo>
                <a:lnTo>
                  <a:pt x="56387" y="460247"/>
                </a:lnTo>
                <a:lnTo>
                  <a:pt x="33528" y="422147"/>
                </a:lnTo>
                <a:lnTo>
                  <a:pt x="15240" y="380999"/>
                </a:lnTo>
                <a:lnTo>
                  <a:pt x="4571" y="336803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8" y="156971"/>
                </a:lnTo>
                <a:lnTo>
                  <a:pt x="56387" y="118871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2003"/>
                </a:lnTo>
                <a:lnTo>
                  <a:pt x="198119" y="15239"/>
                </a:lnTo>
                <a:lnTo>
                  <a:pt x="242315" y="3047"/>
                </a:lnTo>
                <a:lnTo>
                  <a:pt x="289559" y="0"/>
                </a:lnTo>
                <a:lnTo>
                  <a:pt x="336803" y="3047"/>
                </a:lnTo>
                <a:lnTo>
                  <a:pt x="380999" y="15239"/>
                </a:lnTo>
                <a:lnTo>
                  <a:pt x="423672" y="32003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18871"/>
                </a:lnTo>
                <a:lnTo>
                  <a:pt x="547116" y="156971"/>
                </a:lnTo>
                <a:lnTo>
                  <a:pt x="565403" y="198119"/>
                </a:lnTo>
                <a:lnTo>
                  <a:pt x="576072" y="242315"/>
                </a:lnTo>
                <a:lnTo>
                  <a:pt x="579119" y="289559"/>
                </a:lnTo>
                <a:lnTo>
                  <a:pt x="576072" y="336803"/>
                </a:lnTo>
                <a:lnTo>
                  <a:pt x="565403" y="380999"/>
                </a:lnTo>
                <a:lnTo>
                  <a:pt x="547116" y="422147"/>
                </a:lnTo>
                <a:lnTo>
                  <a:pt x="524255" y="460247"/>
                </a:lnTo>
                <a:lnTo>
                  <a:pt x="495300" y="493775"/>
                </a:lnTo>
                <a:lnTo>
                  <a:pt x="460247" y="522731"/>
                </a:lnTo>
                <a:lnTo>
                  <a:pt x="423672" y="547115"/>
                </a:lnTo>
                <a:lnTo>
                  <a:pt x="380999" y="563879"/>
                </a:lnTo>
                <a:lnTo>
                  <a:pt x="336803" y="574547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150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71500" y="2324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1500" y="531113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7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8036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8036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14564" y="2000648"/>
            <a:ext cx="415290" cy="35452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algn="ctr" marL="190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 marR="444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Tahoma"/>
              <a:cs typeface="Tahoma"/>
            </a:endParaRPr>
          </a:p>
          <a:p>
            <a:pPr algn="ctr" marR="190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000">
              <a:latin typeface="Tahoma"/>
              <a:cs typeface="Tahoma"/>
            </a:endParaRPr>
          </a:p>
          <a:p>
            <a:pPr algn="ctr" marL="190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400" spc="-20" b="1">
                <a:solidFill>
                  <a:srgbClr val="001F60"/>
                </a:solidFill>
                <a:latin typeface="Tahoma"/>
                <a:cs typeface="Tahoma"/>
              </a:rPr>
              <a:t>8(B)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400">
              <a:latin typeface="Tahoma"/>
              <a:cs typeface="Tahoma"/>
            </a:endParaRPr>
          </a:p>
          <a:p>
            <a:pPr algn="ctr" marR="1905">
              <a:lnSpc>
                <a:spcPct val="100000"/>
              </a:lnSpc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40240" y="1377696"/>
            <a:ext cx="548639" cy="140207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1307591" y="1700783"/>
            <a:ext cx="9378950" cy="4758055"/>
            <a:chOff x="1307591" y="1700783"/>
            <a:chExt cx="9378950" cy="4758055"/>
          </a:xfrm>
        </p:grpSpPr>
        <p:sp>
          <p:nvSpPr>
            <p:cNvPr id="14" name="object 14"/>
            <p:cNvSpPr/>
            <p:nvPr/>
          </p:nvSpPr>
          <p:spPr>
            <a:xfrm>
              <a:off x="9883140" y="1700783"/>
              <a:ext cx="803275" cy="4344035"/>
            </a:xfrm>
            <a:custGeom>
              <a:avLst/>
              <a:gdLst/>
              <a:ahLst/>
              <a:cxnLst/>
              <a:rect l="l" t="t" r="r" b="b"/>
              <a:pathLst>
                <a:path w="803275" h="4344035">
                  <a:moveTo>
                    <a:pt x="544055" y="976884"/>
                  </a:moveTo>
                  <a:lnTo>
                    <a:pt x="542544" y="976884"/>
                  </a:lnTo>
                  <a:lnTo>
                    <a:pt x="541020" y="989076"/>
                  </a:lnTo>
                  <a:lnTo>
                    <a:pt x="544055" y="976884"/>
                  </a:lnTo>
                  <a:close/>
                </a:path>
                <a:path w="803275" h="4344035">
                  <a:moveTo>
                    <a:pt x="582155" y="888492"/>
                  </a:moveTo>
                  <a:lnTo>
                    <a:pt x="579120" y="888492"/>
                  </a:lnTo>
                  <a:lnTo>
                    <a:pt x="579120" y="900684"/>
                  </a:lnTo>
                  <a:lnTo>
                    <a:pt x="582155" y="888492"/>
                  </a:lnTo>
                  <a:close/>
                </a:path>
                <a:path w="803275" h="4344035">
                  <a:moveTo>
                    <a:pt x="615683" y="824484"/>
                  </a:moveTo>
                  <a:lnTo>
                    <a:pt x="611124" y="824484"/>
                  </a:lnTo>
                  <a:lnTo>
                    <a:pt x="611124" y="836676"/>
                  </a:lnTo>
                  <a:lnTo>
                    <a:pt x="615683" y="824484"/>
                  </a:lnTo>
                  <a:close/>
                </a:path>
                <a:path w="803275" h="4344035">
                  <a:moveTo>
                    <a:pt x="803148" y="0"/>
                  </a:moveTo>
                  <a:lnTo>
                    <a:pt x="781812" y="0"/>
                  </a:lnTo>
                  <a:lnTo>
                    <a:pt x="768096" y="38100"/>
                  </a:lnTo>
                  <a:lnTo>
                    <a:pt x="729996" y="76200"/>
                  </a:lnTo>
                  <a:lnTo>
                    <a:pt x="681228" y="152400"/>
                  </a:lnTo>
                  <a:lnTo>
                    <a:pt x="669023" y="152400"/>
                  </a:lnTo>
                  <a:lnTo>
                    <a:pt x="644652" y="190500"/>
                  </a:lnTo>
                  <a:lnTo>
                    <a:pt x="632460" y="190500"/>
                  </a:lnTo>
                  <a:lnTo>
                    <a:pt x="621792" y="228600"/>
                  </a:lnTo>
                  <a:lnTo>
                    <a:pt x="597395" y="266700"/>
                  </a:lnTo>
                  <a:lnTo>
                    <a:pt x="586727" y="266700"/>
                  </a:lnTo>
                  <a:lnTo>
                    <a:pt x="574548" y="279400"/>
                  </a:lnTo>
                  <a:lnTo>
                    <a:pt x="553212" y="317500"/>
                  </a:lnTo>
                  <a:lnTo>
                    <a:pt x="541020" y="342900"/>
                  </a:lnTo>
                  <a:lnTo>
                    <a:pt x="509016" y="381000"/>
                  </a:lnTo>
                  <a:lnTo>
                    <a:pt x="487680" y="419100"/>
                  </a:lnTo>
                  <a:lnTo>
                    <a:pt x="455663" y="469900"/>
                  </a:lnTo>
                  <a:lnTo>
                    <a:pt x="446532" y="495300"/>
                  </a:lnTo>
                  <a:lnTo>
                    <a:pt x="435864" y="508000"/>
                  </a:lnTo>
                  <a:lnTo>
                    <a:pt x="426720" y="533400"/>
                  </a:lnTo>
                  <a:lnTo>
                    <a:pt x="416052" y="533400"/>
                  </a:lnTo>
                  <a:lnTo>
                    <a:pt x="406895" y="571500"/>
                  </a:lnTo>
                  <a:lnTo>
                    <a:pt x="396227" y="571500"/>
                  </a:lnTo>
                  <a:lnTo>
                    <a:pt x="323088" y="711200"/>
                  </a:lnTo>
                  <a:lnTo>
                    <a:pt x="315468" y="736600"/>
                  </a:lnTo>
                  <a:lnTo>
                    <a:pt x="297180" y="774700"/>
                  </a:lnTo>
                  <a:lnTo>
                    <a:pt x="289560" y="787400"/>
                  </a:lnTo>
                  <a:lnTo>
                    <a:pt x="280416" y="812800"/>
                  </a:lnTo>
                  <a:lnTo>
                    <a:pt x="257556" y="863600"/>
                  </a:lnTo>
                  <a:lnTo>
                    <a:pt x="248412" y="889000"/>
                  </a:lnTo>
                  <a:lnTo>
                    <a:pt x="233159" y="927100"/>
                  </a:lnTo>
                  <a:lnTo>
                    <a:pt x="227063" y="939800"/>
                  </a:lnTo>
                  <a:lnTo>
                    <a:pt x="204216" y="1003300"/>
                  </a:lnTo>
                  <a:lnTo>
                    <a:pt x="198120" y="1016000"/>
                  </a:lnTo>
                  <a:lnTo>
                    <a:pt x="190500" y="1041400"/>
                  </a:lnTo>
                  <a:lnTo>
                    <a:pt x="184391" y="1054100"/>
                  </a:lnTo>
                  <a:lnTo>
                    <a:pt x="176784" y="1079500"/>
                  </a:lnTo>
                  <a:lnTo>
                    <a:pt x="164592" y="1130300"/>
                  </a:lnTo>
                  <a:lnTo>
                    <a:pt x="158496" y="1130300"/>
                  </a:lnTo>
                  <a:lnTo>
                    <a:pt x="134112" y="1219200"/>
                  </a:lnTo>
                  <a:lnTo>
                    <a:pt x="121920" y="1257300"/>
                  </a:lnTo>
                  <a:lnTo>
                    <a:pt x="117348" y="1282700"/>
                  </a:lnTo>
                  <a:lnTo>
                    <a:pt x="111252" y="1295400"/>
                  </a:lnTo>
                  <a:lnTo>
                    <a:pt x="106680" y="1320800"/>
                  </a:lnTo>
                  <a:lnTo>
                    <a:pt x="100584" y="1333500"/>
                  </a:lnTo>
                  <a:lnTo>
                    <a:pt x="96012" y="1358900"/>
                  </a:lnTo>
                  <a:lnTo>
                    <a:pt x="73152" y="1460500"/>
                  </a:lnTo>
                  <a:lnTo>
                    <a:pt x="63995" y="1511300"/>
                  </a:lnTo>
                  <a:lnTo>
                    <a:pt x="60960" y="1524000"/>
                  </a:lnTo>
                  <a:lnTo>
                    <a:pt x="56388" y="1549400"/>
                  </a:lnTo>
                  <a:lnTo>
                    <a:pt x="53327" y="1562100"/>
                  </a:lnTo>
                  <a:lnTo>
                    <a:pt x="48768" y="1587500"/>
                  </a:lnTo>
                  <a:lnTo>
                    <a:pt x="45720" y="1600200"/>
                  </a:lnTo>
                  <a:lnTo>
                    <a:pt x="39624" y="1651000"/>
                  </a:lnTo>
                  <a:lnTo>
                    <a:pt x="36563" y="1663700"/>
                  </a:lnTo>
                  <a:lnTo>
                    <a:pt x="27432" y="1739900"/>
                  </a:lnTo>
                  <a:lnTo>
                    <a:pt x="24384" y="1752600"/>
                  </a:lnTo>
                  <a:lnTo>
                    <a:pt x="22860" y="1778000"/>
                  </a:lnTo>
                  <a:lnTo>
                    <a:pt x="19812" y="1790700"/>
                  </a:lnTo>
                  <a:lnTo>
                    <a:pt x="18288" y="1816100"/>
                  </a:lnTo>
                  <a:lnTo>
                    <a:pt x="15227" y="1841500"/>
                  </a:lnTo>
                  <a:lnTo>
                    <a:pt x="4559" y="1981212"/>
                  </a:lnTo>
                  <a:lnTo>
                    <a:pt x="4559" y="2006612"/>
                  </a:lnTo>
                  <a:lnTo>
                    <a:pt x="1524" y="2044712"/>
                  </a:lnTo>
                  <a:lnTo>
                    <a:pt x="1524" y="2095512"/>
                  </a:lnTo>
                  <a:lnTo>
                    <a:pt x="0" y="2120912"/>
                  </a:lnTo>
                  <a:lnTo>
                    <a:pt x="0" y="2197112"/>
                  </a:lnTo>
                  <a:lnTo>
                    <a:pt x="1524" y="2222512"/>
                  </a:lnTo>
                  <a:lnTo>
                    <a:pt x="1524" y="2273312"/>
                  </a:lnTo>
                  <a:lnTo>
                    <a:pt x="4559" y="2311412"/>
                  </a:lnTo>
                  <a:lnTo>
                    <a:pt x="4559" y="2336812"/>
                  </a:lnTo>
                  <a:lnTo>
                    <a:pt x="15227" y="2476512"/>
                  </a:lnTo>
                  <a:lnTo>
                    <a:pt x="18288" y="2501912"/>
                  </a:lnTo>
                  <a:lnTo>
                    <a:pt x="19812" y="2527312"/>
                  </a:lnTo>
                  <a:lnTo>
                    <a:pt x="22860" y="2540012"/>
                  </a:lnTo>
                  <a:lnTo>
                    <a:pt x="27432" y="2590812"/>
                  </a:lnTo>
                  <a:lnTo>
                    <a:pt x="42659" y="2692412"/>
                  </a:lnTo>
                  <a:lnTo>
                    <a:pt x="48768" y="2730512"/>
                  </a:lnTo>
                  <a:lnTo>
                    <a:pt x="56388" y="2768612"/>
                  </a:lnTo>
                  <a:lnTo>
                    <a:pt x="60960" y="2794012"/>
                  </a:lnTo>
                  <a:lnTo>
                    <a:pt x="63995" y="2819412"/>
                  </a:lnTo>
                  <a:lnTo>
                    <a:pt x="91427" y="2933712"/>
                  </a:lnTo>
                  <a:lnTo>
                    <a:pt x="100584" y="2984512"/>
                  </a:lnTo>
                  <a:lnTo>
                    <a:pt x="106680" y="2997212"/>
                  </a:lnTo>
                  <a:lnTo>
                    <a:pt x="111252" y="3022612"/>
                  </a:lnTo>
                  <a:lnTo>
                    <a:pt x="117348" y="3035312"/>
                  </a:lnTo>
                  <a:lnTo>
                    <a:pt x="121920" y="3060712"/>
                  </a:lnTo>
                  <a:lnTo>
                    <a:pt x="170688" y="3225812"/>
                  </a:lnTo>
                  <a:lnTo>
                    <a:pt x="176784" y="3238512"/>
                  </a:lnTo>
                  <a:lnTo>
                    <a:pt x="184391" y="3263912"/>
                  </a:lnTo>
                  <a:lnTo>
                    <a:pt x="190500" y="3276612"/>
                  </a:lnTo>
                  <a:lnTo>
                    <a:pt x="198120" y="3302012"/>
                  </a:lnTo>
                  <a:lnTo>
                    <a:pt x="204216" y="3314712"/>
                  </a:lnTo>
                  <a:lnTo>
                    <a:pt x="227063" y="3378212"/>
                  </a:lnTo>
                  <a:lnTo>
                    <a:pt x="233159" y="3390912"/>
                  </a:lnTo>
                  <a:lnTo>
                    <a:pt x="248412" y="3429012"/>
                  </a:lnTo>
                  <a:lnTo>
                    <a:pt x="257556" y="3454412"/>
                  </a:lnTo>
                  <a:lnTo>
                    <a:pt x="280416" y="3505212"/>
                  </a:lnTo>
                  <a:lnTo>
                    <a:pt x="289560" y="3530612"/>
                  </a:lnTo>
                  <a:lnTo>
                    <a:pt x="297180" y="3543312"/>
                  </a:lnTo>
                  <a:lnTo>
                    <a:pt x="315468" y="3581412"/>
                  </a:lnTo>
                  <a:lnTo>
                    <a:pt x="323088" y="3606812"/>
                  </a:lnTo>
                  <a:lnTo>
                    <a:pt x="332232" y="3619512"/>
                  </a:lnTo>
                  <a:lnTo>
                    <a:pt x="359664" y="3670312"/>
                  </a:lnTo>
                  <a:lnTo>
                    <a:pt x="396227" y="3746512"/>
                  </a:lnTo>
                  <a:lnTo>
                    <a:pt x="406895" y="3759212"/>
                  </a:lnTo>
                  <a:lnTo>
                    <a:pt x="416052" y="3784612"/>
                  </a:lnTo>
                  <a:lnTo>
                    <a:pt x="426720" y="3797312"/>
                  </a:lnTo>
                  <a:lnTo>
                    <a:pt x="435864" y="3822712"/>
                  </a:lnTo>
                  <a:lnTo>
                    <a:pt x="446532" y="3835412"/>
                  </a:lnTo>
                  <a:lnTo>
                    <a:pt x="455663" y="3848112"/>
                  </a:lnTo>
                  <a:lnTo>
                    <a:pt x="477012" y="3886212"/>
                  </a:lnTo>
                  <a:lnTo>
                    <a:pt x="498348" y="3911612"/>
                  </a:lnTo>
                  <a:lnTo>
                    <a:pt x="541020" y="3987812"/>
                  </a:lnTo>
                  <a:lnTo>
                    <a:pt x="553212" y="4013212"/>
                  </a:lnTo>
                  <a:lnTo>
                    <a:pt x="574548" y="4038612"/>
                  </a:lnTo>
                  <a:lnTo>
                    <a:pt x="586727" y="4064012"/>
                  </a:lnTo>
                  <a:lnTo>
                    <a:pt x="597395" y="4076712"/>
                  </a:lnTo>
                  <a:lnTo>
                    <a:pt x="621792" y="4102112"/>
                  </a:lnTo>
                  <a:lnTo>
                    <a:pt x="632460" y="4127512"/>
                  </a:lnTo>
                  <a:lnTo>
                    <a:pt x="656844" y="4152912"/>
                  </a:lnTo>
                  <a:lnTo>
                    <a:pt x="681228" y="4191012"/>
                  </a:lnTo>
                  <a:lnTo>
                    <a:pt x="693420" y="4203712"/>
                  </a:lnTo>
                  <a:lnTo>
                    <a:pt x="717791" y="4241812"/>
                  </a:lnTo>
                  <a:lnTo>
                    <a:pt x="729996" y="4254512"/>
                  </a:lnTo>
                  <a:lnTo>
                    <a:pt x="743712" y="4267212"/>
                  </a:lnTo>
                  <a:lnTo>
                    <a:pt x="768096" y="4292612"/>
                  </a:lnTo>
                  <a:lnTo>
                    <a:pt x="781812" y="4318012"/>
                  </a:lnTo>
                  <a:lnTo>
                    <a:pt x="793991" y="4330712"/>
                  </a:lnTo>
                  <a:lnTo>
                    <a:pt x="803148" y="4343412"/>
                  </a:lnTo>
                  <a:lnTo>
                    <a:pt x="803148" y="3835412"/>
                  </a:lnTo>
                  <a:lnTo>
                    <a:pt x="793991" y="3822712"/>
                  </a:lnTo>
                  <a:lnTo>
                    <a:pt x="772668" y="3797312"/>
                  </a:lnTo>
                  <a:lnTo>
                    <a:pt x="774192" y="3797312"/>
                  </a:lnTo>
                  <a:lnTo>
                    <a:pt x="763524" y="3784612"/>
                  </a:lnTo>
                  <a:lnTo>
                    <a:pt x="754380" y="3759212"/>
                  </a:lnTo>
                  <a:lnTo>
                    <a:pt x="743712" y="3746512"/>
                  </a:lnTo>
                  <a:lnTo>
                    <a:pt x="745223" y="3746512"/>
                  </a:lnTo>
                  <a:lnTo>
                    <a:pt x="734568" y="3733812"/>
                  </a:lnTo>
                  <a:lnTo>
                    <a:pt x="716280" y="3695712"/>
                  </a:lnTo>
                  <a:lnTo>
                    <a:pt x="697992" y="3670312"/>
                  </a:lnTo>
                  <a:lnTo>
                    <a:pt x="670560" y="3619512"/>
                  </a:lnTo>
                  <a:lnTo>
                    <a:pt x="652259" y="3581412"/>
                  </a:lnTo>
                  <a:lnTo>
                    <a:pt x="653796" y="3581412"/>
                  </a:lnTo>
                  <a:lnTo>
                    <a:pt x="635495" y="3556012"/>
                  </a:lnTo>
                  <a:lnTo>
                    <a:pt x="637032" y="3556012"/>
                  </a:lnTo>
                  <a:lnTo>
                    <a:pt x="618744" y="3517912"/>
                  </a:lnTo>
                  <a:lnTo>
                    <a:pt x="620268" y="3517912"/>
                  </a:lnTo>
                  <a:lnTo>
                    <a:pt x="611124" y="3505212"/>
                  </a:lnTo>
                  <a:lnTo>
                    <a:pt x="603491" y="3492512"/>
                  </a:lnTo>
                  <a:lnTo>
                    <a:pt x="594360" y="3467112"/>
                  </a:lnTo>
                  <a:lnTo>
                    <a:pt x="595884" y="3467112"/>
                  </a:lnTo>
                  <a:lnTo>
                    <a:pt x="586727" y="3454412"/>
                  </a:lnTo>
                  <a:lnTo>
                    <a:pt x="579120" y="3441712"/>
                  </a:lnTo>
                  <a:lnTo>
                    <a:pt x="548627" y="3365512"/>
                  </a:lnTo>
                  <a:lnTo>
                    <a:pt x="541020" y="3352812"/>
                  </a:lnTo>
                  <a:lnTo>
                    <a:pt x="542544" y="3352812"/>
                  </a:lnTo>
                  <a:lnTo>
                    <a:pt x="519684" y="3302012"/>
                  </a:lnTo>
                  <a:lnTo>
                    <a:pt x="521195" y="3302012"/>
                  </a:lnTo>
                  <a:lnTo>
                    <a:pt x="516623" y="3289312"/>
                  </a:lnTo>
                  <a:lnTo>
                    <a:pt x="514096" y="3289312"/>
                  </a:lnTo>
                  <a:lnTo>
                    <a:pt x="513588" y="3287268"/>
                  </a:lnTo>
                  <a:lnTo>
                    <a:pt x="513588" y="3289312"/>
                  </a:lnTo>
                  <a:lnTo>
                    <a:pt x="505968" y="3263912"/>
                  </a:lnTo>
                  <a:lnTo>
                    <a:pt x="507492" y="3263912"/>
                  </a:lnTo>
                  <a:lnTo>
                    <a:pt x="499859" y="3251212"/>
                  </a:lnTo>
                  <a:lnTo>
                    <a:pt x="493763" y="3225812"/>
                  </a:lnTo>
                  <a:lnTo>
                    <a:pt x="486156" y="3213112"/>
                  </a:lnTo>
                  <a:lnTo>
                    <a:pt x="487680" y="3213112"/>
                  </a:lnTo>
                  <a:lnTo>
                    <a:pt x="480060" y="3187712"/>
                  </a:lnTo>
                  <a:lnTo>
                    <a:pt x="461759" y="3149612"/>
                  </a:lnTo>
                  <a:lnTo>
                    <a:pt x="449580" y="3111512"/>
                  </a:lnTo>
                  <a:lnTo>
                    <a:pt x="444995" y="3086112"/>
                  </a:lnTo>
                  <a:lnTo>
                    <a:pt x="432816" y="3048012"/>
                  </a:lnTo>
                  <a:lnTo>
                    <a:pt x="428244" y="3035312"/>
                  </a:lnTo>
                  <a:lnTo>
                    <a:pt x="425196" y="3022612"/>
                  </a:lnTo>
                  <a:lnTo>
                    <a:pt x="422592" y="3022612"/>
                  </a:lnTo>
                  <a:lnTo>
                    <a:pt x="422148" y="3020568"/>
                  </a:lnTo>
                  <a:lnTo>
                    <a:pt x="422148" y="3022612"/>
                  </a:lnTo>
                  <a:lnTo>
                    <a:pt x="417563" y="2997212"/>
                  </a:lnTo>
                  <a:lnTo>
                    <a:pt x="411480" y="2984512"/>
                  </a:lnTo>
                  <a:lnTo>
                    <a:pt x="412991" y="2984512"/>
                  </a:lnTo>
                  <a:lnTo>
                    <a:pt x="406895" y="2959112"/>
                  </a:lnTo>
                  <a:lnTo>
                    <a:pt x="374891" y="2832112"/>
                  </a:lnTo>
                  <a:lnTo>
                    <a:pt x="371856" y="2806712"/>
                  </a:lnTo>
                  <a:lnTo>
                    <a:pt x="362712" y="2768612"/>
                  </a:lnTo>
                  <a:lnTo>
                    <a:pt x="359778" y="2768612"/>
                  </a:lnTo>
                  <a:lnTo>
                    <a:pt x="359651" y="2767584"/>
                  </a:lnTo>
                  <a:lnTo>
                    <a:pt x="359651" y="2768511"/>
                  </a:lnTo>
                  <a:lnTo>
                    <a:pt x="355092" y="2730512"/>
                  </a:lnTo>
                  <a:lnTo>
                    <a:pt x="352044" y="2730512"/>
                  </a:lnTo>
                  <a:lnTo>
                    <a:pt x="350520" y="2705112"/>
                  </a:lnTo>
                  <a:lnTo>
                    <a:pt x="349173" y="2705112"/>
                  </a:lnTo>
                  <a:lnTo>
                    <a:pt x="348983" y="2703576"/>
                  </a:lnTo>
                  <a:lnTo>
                    <a:pt x="348983" y="2705011"/>
                  </a:lnTo>
                  <a:lnTo>
                    <a:pt x="344424" y="2667012"/>
                  </a:lnTo>
                  <a:lnTo>
                    <a:pt x="343077" y="2667012"/>
                  </a:lnTo>
                  <a:lnTo>
                    <a:pt x="342887" y="2665476"/>
                  </a:lnTo>
                  <a:lnTo>
                    <a:pt x="342887" y="2666949"/>
                  </a:lnTo>
                  <a:lnTo>
                    <a:pt x="327660" y="2578112"/>
                  </a:lnTo>
                  <a:lnTo>
                    <a:pt x="326123" y="2552712"/>
                  </a:lnTo>
                  <a:lnTo>
                    <a:pt x="323088" y="2540012"/>
                  </a:lnTo>
                  <a:lnTo>
                    <a:pt x="321564" y="2514612"/>
                  </a:lnTo>
                  <a:lnTo>
                    <a:pt x="318516" y="2501912"/>
                  </a:lnTo>
                  <a:lnTo>
                    <a:pt x="316992" y="2476512"/>
                  </a:lnTo>
                  <a:lnTo>
                    <a:pt x="315468" y="2463812"/>
                  </a:lnTo>
                  <a:lnTo>
                    <a:pt x="315455" y="2463495"/>
                  </a:lnTo>
                  <a:lnTo>
                    <a:pt x="313944" y="2425712"/>
                  </a:lnTo>
                  <a:lnTo>
                    <a:pt x="310896" y="2413012"/>
                  </a:lnTo>
                  <a:lnTo>
                    <a:pt x="307848" y="2374912"/>
                  </a:lnTo>
                  <a:lnTo>
                    <a:pt x="309359" y="2374912"/>
                  </a:lnTo>
                  <a:lnTo>
                    <a:pt x="304800" y="2311412"/>
                  </a:lnTo>
                  <a:lnTo>
                    <a:pt x="304800" y="2298712"/>
                  </a:lnTo>
                  <a:lnTo>
                    <a:pt x="303263" y="2273312"/>
                  </a:lnTo>
                  <a:lnTo>
                    <a:pt x="303263" y="2260612"/>
                  </a:lnTo>
                  <a:lnTo>
                    <a:pt x="301752" y="2235212"/>
                  </a:lnTo>
                  <a:lnTo>
                    <a:pt x="301752" y="2082812"/>
                  </a:lnTo>
                  <a:lnTo>
                    <a:pt x="303263" y="2057412"/>
                  </a:lnTo>
                  <a:lnTo>
                    <a:pt x="303263" y="2044712"/>
                  </a:lnTo>
                  <a:lnTo>
                    <a:pt x="304800" y="2019312"/>
                  </a:lnTo>
                  <a:lnTo>
                    <a:pt x="304800" y="2006612"/>
                  </a:lnTo>
                  <a:lnTo>
                    <a:pt x="309359" y="1943112"/>
                  </a:lnTo>
                  <a:lnTo>
                    <a:pt x="307848" y="1943112"/>
                  </a:lnTo>
                  <a:lnTo>
                    <a:pt x="310896" y="1905000"/>
                  </a:lnTo>
                  <a:lnTo>
                    <a:pt x="313944" y="1892300"/>
                  </a:lnTo>
                  <a:lnTo>
                    <a:pt x="318516" y="1828800"/>
                  </a:lnTo>
                  <a:lnTo>
                    <a:pt x="321564" y="1816100"/>
                  </a:lnTo>
                  <a:lnTo>
                    <a:pt x="323088" y="1790700"/>
                  </a:lnTo>
                  <a:lnTo>
                    <a:pt x="326123" y="1778000"/>
                  </a:lnTo>
                  <a:lnTo>
                    <a:pt x="327660" y="1752600"/>
                  </a:lnTo>
                  <a:lnTo>
                    <a:pt x="352044" y="1600200"/>
                  </a:lnTo>
                  <a:lnTo>
                    <a:pt x="356616" y="1587500"/>
                  </a:lnTo>
                  <a:lnTo>
                    <a:pt x="355092" y="1587500"/>
                  </a:lnTo>
                  <a:lnTo>
                    <a:pt x="359664" y="1562100"/>
                  </a:lnTo>
                  <a:lnTo>
                    <a:pt x="371856" y="1511300"/>
                  </a:lnTo>
                  <a:lnTo>
                    <a:pt x="374891" y="1485900"/>
                  </a:lnTo>
                  <a:lnTo>
                    <a:pt x="412991" y="1333500"/>
                  </a:lnTo>
                  <a:lnTo>
                    <a:pt x="417563" y="1320800"/>
                  </a:lnTo>
                  <a:lnTo>
                    <a:pt x="419100" y="1320800"/>
                  </a:lnTo>
                  <a:lnTo>
                    <a:pt x="428244" y="1282700"/>
                  </a:lnTo>
                  <a:lnTo>
                    <a:pt x="432816" y="1270000"/>
                  </a:lnTo>
                  <a:lnTo>
                    <a:pt x="444995" y="1231900"/>
                  </a:lnTo>
                  <a:lnTo>
                    <a:pt x="449580" y="1206500"/>
                  </a:lnTo>
                  <a:lnTo>
                    <a:pt x="467868" y="1168400"/>
                  </a:lnTo>
                  <a:lnTo>
                    <a:pt x="480060" y="1130300"/>
                  </a:lnTo>
                  <a:lnTo>
                    <a:pt x="487680" y="1104900"/>
                  </a:lnTo>
                  <a:lnTo>
                    <a:pt x="486156" y="1104900"/>
                  </a:lnTo>
                  <a:lnTo>
                    <a:pt x="493763" y="1092200"/>
                  </a:lnTo>
                  <a:lnTo>
                    <a:pt x="499859" y="1066800"/>
                  </a:lnTo>
                  <a:lnTo>
                    <a:pt x="507492" y="1054100"/>
                  </a:lnTo>
                  <a:lnTo>
                    <a:pt x="505968" y="1054100"/>
                  </a:lnTo>
                  <a:lnTo>
                    <a:pt x="513588" y="1041400"/>
                  </a:lnTo>
                  <a:lnTo>
                    <a:pt x="521195" y="1016000"/>
                  </a:lnTo>
                  <a:lnTo>
                    <a:pt x="519684" y="1016000"/>
                  </a:lnTo>
                  <a:lnTo>
                    <a:pt x="542544" y="965200"/>
                  </a:lnTo>
                  <a:lnTo>
                    <a:pt x="544068" y="965200"/>
                  </a:lnTo>
                  <a:lnTo>
                    <a:pt x="579120" y="876300"/>
                  </a:lnTo>
                  <a:lnTo>
                    <a:pt x="582168" y="876300"/>
                  </a:lnTo>
                  <a:lnTo>
                    <a:pt x="586727" y="863600"/>
                  </a:lnTo>
                  <a:lnTo>
                    <a:pt x="595884" y="850900"/>
                  </a:lnTo>
                  <a:lnTo>
                    <a:pt x="594360" y="850900"/>
                  </a:lnTo>
                  <a:lnTo>
                    <a:pt x="603491" y="825500"/>
                  </a:lnTo>
                  <a:lnTo>
                    <a:pt x="611124" y="812800"/>
                  </a:lnTo>
                  <a:lnTo>
                    <a:pt x="615696" y="812800"/>
                  </a:lnTo>
                  <a:lnTo>
                    <a:pt x="620268" y="800100"/>
                  </a:lnTo>
                  <a:lnTo>
                    <a:pt x="618744" y="800100"/>
                  </a:lnTo>
                  <a:lnTo>
                    <a:pt x="637032" y="762000"/>
                  </a:lnTo>
                  <a:lnTo>
                    <a:pt x="635495" y="762000"/>
                  </a:lnTo>
                  <a:lnTo>
                    <a:pt x="653796" y="736600"/>
                  </a:lnTo>
                  <a:lnTo>
                    <a:pt x="652259" y="736600"/>
                  </a:lnTo>
                  <a:lnTo>
                    <a:pt x="670560" y="698500"/>
                  </a:lnTo>
                  <a:lnTo>
                    <a:pt x="688848" y="673100"/>
                  </a:lnTo>
                  <a:lnTo>
                    <a:pt x="707123" y="635000"/>
                  </a:lnTo>
                  <a:lnTo>
                    <a:pt x="711695" y="635000"/>
                  </a:lnTo>
                  <a:lnTo>
                    <a:pt x="725424" y="609600"/>
                  </a:lnTo>
                  <a:lnTo>
                    <a:pt x="734568" y="609600"/>
                  </a:lnTo>
                  <a:lnTo>
                    <a:pt x="745223" y="571500"/>
                  </a:lnTo>
                  <a:lnTo>
                    <a:pt x="754380" y="571500"/>
                  </a:lnTo>
                  <a:lnTo>
                    <a:pt x="763524" y="546100"/>
                  </a:lnTo>
                  <a:lnTo>
                    <a:pt x="774192" y="533400"/>
                  </a:lnTo>
                  <a:lnTo>
                    <a:pt x="772668" y="533400"/>
                  </a:lnTo>
                  <a:lnTo>
                    <a:pt x="793991" y="495300"/>
                  </a:lnTo>
                  <a:lnTo>
                    <a:pt x="803148" y="495300"/>
                  </a:lnTo>
                  <a:lnTo>
                    <a:pt x="803148" y="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591" y="2028444"/>
              <a:ext cx="8827007" cy="4430267"/>
            </a:xfrm>
            <a:prstGeom prst="rect">
              <a:avLst/>
            </a:prstGeom>
          </p:spPr>
        </p:pic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90"/>
              </a:spcBef>
            </a:pPr>
            <a:r>
              <a:rPr dirty="0" spc="-40"/>
              <a:t>IMPLEMENTATION</a:t>
            </a:r>
            <a:r>
              <a:rPr dirty="0" spc="-80"/>
              <a:t> </a:t>
            </a:r>
            <a:r>
              <a:rPr dirty="0" spc="-10"/>
              <a:t>SCREENSHOTS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4159" y="283223"/>
            <a:ext cx="6063615" cy="45148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40"/>
              <a:t>IMPLEMENTATION</a:t>
            </a:r>
            <a:r>
              <a:rPr dirty="0" spc="-80"/>
              <a:t> </a:t>
            </a:r>
            <a:r>
              <a:rPr dirty="0" spc="-10"/>
              <a:t>SCREENSHOTS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6343" y="1415796"/>
            <a:ext cx="9645395" cy="530351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4159" y="296911"/>
            <a:ext cx="6063615" cy="45148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40"/>
              <a:t>IMPLEMENTATION</a:t>
            </a:r>
            <a:r>
              <a:rPr dirty="0" spc="-80"/>
              <a:t> </a:t>
            </a:r>
            <a:r>
              <a:rPr dirty="0" spc="-10"/>
              <a:t>SCREENSHOTS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751" y="1342644"/>
            <a:ext cx="9579863" cy="45537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4159" y="188798"/>
            <a:ext cx="6063615" cy="45148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40"/>
              <a:t>IMPLEMENTATION</a:t>
            </a:r>
            <a:r>
              <a:rPr dirty="0" spc="-80"/>
              <a:t> </a:t>
            </a:r>
            <a:r>
              <a:rPr dirty="0" spc="-10"/>
              <a:t>SCREENSHOTS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008" y="909828"/>
            <a:ext cx="9567671" cy="55046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1291" y="5055108"/>
            <a:ext cx="579120" cy="579120"/>
          </a:xfrm>
          <a:custGeom>
            <a:avLst/>
            <a:gdLst/>
            <a:ahLst/>
            <a:cxnLst/>
            <a:rect l="l" t="t" r="r" b="b"/>
            <a:pathLst>
              <a:path w="579119" h="579120">
                <a:moveTo>
                  <a:pt x="289559" y="579119"/>
                </a:moveTo>
                <a:lnTo>
                  <a:pt x="242315" y="574547"/>
                </a:lnTo>
                <a:lnTo>
                  <a:pt x="198119" y="563879"/>
                </a:lnTo>
                <a:lnTo>
                  <a:pt x="156971" y="547115"/>
                </a:lnTo>
                <a:lnTo>
                  <a:pt x="118871" y="522731"/>
                </a:lnTo>
                <a:lnTo>
                  <a:pt x="85343" y="493775"/>
                </a:lnTo>
                <a:lnTo>
                  <a:pt x="56387" y="460247"/>
                </a:lnTo>
                <a:lnTo>
                  <a:pt x="33528" y="422147"/>
                </a:lnTo>
                <a:lnTo>
                  <a:pt x="15240" y="380999"/>
                </a:lnTo>
                <a:lnTo>
                  <a:pt x="4571" y="336803"/>
                </a:lnTo>
                <a:lnTo>
                  <a:pt x="0" y="289559"/>
                </a:lnTo>
                <a:lnTo>
                  <a:pt x="4571" y="242315"/>
                </a:lnTo>
                <a:lnTo>
                  <a:pt x="15240" y="198119"/>
                </a:lnTo>
                <a:lnTo>
                  <a:pt x="33528" y="156971"/>
                </a:lnTo>
                <a:lnTo>
                  <a:pt x="56387" y="118871"/>
                </a:lnTo>
                <a:lnTo>
                  <a:pt x="85343" y="85343"/>
                </a:lnTo>
                <a:lnTo>
                  <a:pt x="118871" y="56387"/>
                </a:lnTo>
                <a:lnTo>
                  <a:pt x="156971" y="32003"/>
                </a:lnTo>
                <a:lnTo>
                  <a:pt x="198119" y="15239"/>
                </a:lnTo>
                <a:lnTo>
                  <a:pt x="242315" y="3047"/>
                </a:lnTo>
                <a:lnTo>
                  <a:pt x="289559" y="0"/>
                </a:lnTo>
                <a:lnTo>
                  <a:pt x="336803" y="3047"/>
                </a:lnTo>
                <a:lnTo>
                  <a:pt x="380999" y="15239"/>
                </a:lnTo>
                <a:lnTo>
                  <a:pt x="423672" y="32003"/>
                </a:lnTo>
                <a:lnTo>
                  <a:pt x="460247" y="56387"/>
                </a:lnTo>
                <a:lnTo>
                  <a:pt x="495300" y="85343"/>
                </a:lnTo>
                <a:lnTo>
                  <a:pt x="524255" y="118871"/>
                </a:lnTo>
                <a:lnTo>
                  <a:pt x="547116" y="156971"/>
                </a:lnTo>
                <a:lnTo>
                  <a:pt x="565403" y="198119"/>
                </a:lnTo>
                <a:lnTo>
                  <a:pt x="576072" y="242315"/>
                </a:lnTo>
                <a:lnTo>
                  <a:pt x="579119" y="289559"/>
                </a:lnTo>
                <a:lnTo>
                  <a:pt x="576072" y="336803"/>
                </a:lnTo>
                <a:lnTo>
                  <a:pt x="565403" y="380999"/>
                </a:lnTo>
                <a:lnTo>
                  <a:pt x="547116" y="422147"/>
                </a:lnTo>
                <a:lnTo>
                  <a:pt x="524255" y="460247"/>
                </a:lnTo>
                <a:lnTo>
                  <a:pt x="495300" y="493775"/>
                </a:lnTo>
                <a:lnTo>
                  <a:pt x="460247" y="522731"/>
                </a:lnTo>
                <a:lnTo>
                  <a:pt x="423672" y="547115"/>
                </a:lnTo>
                <a:lnTo>
                  <a:pt x="380999" y="563879"/>
                </a:lnTo>
                <a:lnTo>
                  <a:pt x="336803" y="574547"/>
                </a:lnTo>
                <a:lnTo>
                  <a:pt x="289559" y="579119"/>
                </a:lnTo>
                <a:close/>
              </a:path>
            </a:pathLst>
          </a:custGeom>
          <a:solidFill>
            <a:srgbClr val="FD62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1500" y="271271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9144"/>
                </a:lnTo>
                <a:lnTo>
                  <a:pt x="60959" y="32004"/>
                </a:lnTo>
                <a:lnTo>
                  <a:pt x="28955" y="65532"/>
                </a:lnTo>
                <a:lnTo>
                  <a:pt x="7619" y="109728"/>
                </a:lnTo>
                <a:lnTo>
                  <a:pt x="0" y="160019"/>
                </a:lnTo>
                <a:lnTo>
                  <a:pt x="7619" y="210311"/>
                </a:lnTo>
                <a:lnTo>
                  <a:pt x="28955" y="254507"/>
                </a:lnTo>
                <a:lnTo>
                  <a:pt x="60959" y="288036"/>
                </a:lnTo>
                <a:lnTo>
                  <a:pt x="102107" y="310895"/>
                </a:lnTo>
                <a:lnTo>
                  <a:pt x="149351" y="318515"/>
                </a:lnTo>
                <a:lnTo>
                  <a:pt x="196595" y="310895"/>
                </a:lnTo>
                <a:lnTo>
                  <a:pt x="237744" y="288036"/>
                </a:lnTo>
                <a:lnTo>
                  <a:pt x="269748" y="254507"/>
                </a:lnTo>
                <a:lnTo>
                  <a:pt x="289559" y="210311"/>
                </a:lnTo>
                <a:lnTo>
                  <a:pt x="297180" y="160019"/>
                </a:lnTo>
                <a:lnTo>
                  <a:pt x="289559" y="109728"/>
                </a:lnTo>
                <a:lnTo>
                  <a:pt x="269748" y="65532"/>
                </a:lnTo>
                <a:lnTo>
                  <a:pt x="237744" y="32004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8531" y="2779454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1500" y="1935479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85307" y="200064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500" y="3104388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65447" y="3169566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1500" y="2324100"/>
            <a:ext cx="297180" cy="318770"/>
          </a:xfrm>
          <a:custGeom>
            <a:avLst/>
            <a:gdLst/>
            <a:ahLst/>
            <a:cxnLst/>
            <a:rect l="l" t="t" r="r" b="b"/>
            <a:pathLst>
              <a:path w="297180" h="318769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60019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8515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60019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0073" y="2390822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1500" y="3884676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66989" y="3949836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" y="3494532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9144"/>
                </a:lnTo>
                <a:lnTo>
                  <a:pt x="60959" y="30480"/>
                </a:lnTo>
                <a:lnTo>
                  <a:pt x="28955" y="65532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1459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1459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5532"/>
                </a:lnTo>
                <a:lnTo>
                  <a:pt x="237744" y="30480"/>
                </a:lnTo>
                <a:lnTo>
                  <a:pt x="196595" y="9144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8531" y="355967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1500" y="4274820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70073" y="433994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664964"/>
            <a:ext cx="297180" cy="317500"/>
          </a:xfrm>
          <a:custGeom>
            <a:avLst/>
            <a:gdLst/>
            <a:ahLst/>
            <a:cxnLst/>
            <a:rect l="l" t="t" r="r" b="b"/>
            <a:pathLst>
              <a:path w="297180" h="317500">
                <a:moveTo>
                  <a:pt x="149351" y="0"/>
                </a:moveTo>
                <a:lnTo>
                  <a:pt x="102107" y="7620"/>
                </a:lnTo>
                <a:lnTo>
                  <a:pt x="60959" y="30480"/>
                </a:lnTo>
                <a:lnTo>
                  <a:pt x="28955" y="64008"/>
                </a:lnTo>
                <a:lnTo>
                  <a:pt x="7619" y="108204"/>
                </a:lnTo>
                <a:lnTo>
                  <a:pt x="0" y="158495"/>
                </a:lnTo>
                <a:lnTo>
                  <a:pt x="7619" y="208788"/>
                </a:lnTo>
                <a:lnTo>
                  <a:pt x="28955" y="252983"/>
                </a:lnTo>
                <a:lnTo>
                  <a:pt x="60959" y="286512"/>
                </a:lnTo>
                <a:lnTo>
                  <a:pt x="102107" y="309372"/>
                </a:lnTo>
                <a:lnTo>
                  <a:pt x="149351" y="316991"/>
                </a:lnTo>
                <a:lnTo>
                  <a:pt x="196595" y="309372"/>
                </a:lnTo>
                <a:lnTo>
                  <a:pt x="237744" y="286512"/>
                </a:lnTo>
                <a:lnTo>
                  <a:pt x="269748" y="252983"/>
                </a:lnTo>
                <a:lnTo>
                  <a:pt x="289559" y="208788"/>
                </a:lnTo>
                <a:lnTo>
                  <a:pt x="297180" y="158495"/>
                </a:lnTo>
                <a:lnTo>
                  <a:pt x="289559" y="108204"/>
                </a:lnTo>
                <a:lnTo>
                  <a:pt x="269748" y="64008"/>
                </a:lnTo>
                <a:lnTo>
                  <a:pt x="237744" y="30480"/>
                </a:lnTo>
                <a:lnTo>
                  <a:pt x="196595" y="7620"/>
                </a:lnTo>
                <a:lnTo>
                  <a:pt x="149351" y="0"/>
                </a:lnTo>
                <a:close/>
              </a:path>
            </a:pathLst>
          </a:custGeom>
          <a:ln w="6096">
            <a:solidFill>
              <a:srgbClr val="FD62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66989" y="4730138"/>
            <a:ext cx="9461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540240" y="1316736"/>
            <a:ext cx="1146175" cy="4913630"/>
            <a:chOff x="9540240" y="1316736"/>
            <a:chExt cx="1146175" cy="491363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0" y="1377696"/>
              <a:ext cx="548639" cy="14020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628632" y="1316735"/>
              <a:ext cx="1057910" cy="4913630"/>
            </a:xfrm>
            <a:custGeom>
              <a:avLst/>
              <a:gdLst/>
              <a:ahLst/>
              <a:cxnLst/>
              <a:rect l="l" t="t" r="r" b="b"/>
              <a:pathLst>
                <a:path w="1057909" h="4913630">
                  <a:moveTo>
                    <a:pt x="406895" y="1929384"/>
                  </a:moveTo>
                  <a:lnTo>
                    <a:pt x="405371" y="1929384"/>
                  </a:lnTo>
                  <a:lnTo>
                    <a:pt x="405371" y="1943100"/>
                  </a:lnTo>
                  <a:lnTo>
                    <a:pt x="406895" y="1929384"/>
                  </a:lnTo>
                  <a:close/>
                </a:path>
                <a:path w="1057909" h="4913630">
                  <a:moveTo>
                    <a:pt x="463296" y="1676400"/>
                  </a:moveTo>
                  <a:lnTo>
                    <a:pt x="461759" y="1676400"/>
                  </a:lnTo>
                  <a:lnTo>
                    <a:pt x="461759" y="1688592"/>
                  </a:lnTo>
                  <a:lnTo>
                    <a:pt x="463296" y="1676400"/>
                  </a:lnTo>
                  <a:close/>
                </a:path>
                <a:path w="1057909" h="4913630">
                  <a:moveTo>
                    <a:pt x="469392" y="1650492"/>
                  </a:moveTo>
                  <a:lnTo>
                    <a:pt x="466331" y="1650492"/>
                  </a:lnTo>
                  <a:lnTo>
                    <a:pt x="466331" y="1662684"/>
                  </a:lnTo>
                  <a:lnTo>
                    <a:pt x="469392" y="1650492"/>
                  </a:lnTo>
                  <a:close/>
                </a:path>
                <a:path w="1057909" h="4913630">
                  <a:moveTo>
                    <a:pt x="512064" y="1510284"/>
                  </a:moveTo>
                  <a:lnTo>
                    <a:pt x="509003" y="1510284"/>
                  </a:lnTo>
                  <a:lnTo>
                    <a:pt x="509003" y="1524000"/>
                  </a:lnTo>
                  <a:lnTo>
                    <a:pt x="512064" y="1510284"/>
                  </a:lnTo>
                  <a:close/>
                </a:path>
                <a:path w="1057909" h="4913630">
                  <a:moveTo>
                    <a:pt x="548627" y="1409700"/>
                  </a:moveTo>
                  <a:lnTo>
                    <a:pt x="545592" y="1409700"/>
                  </a:lnTo>
                  <a:lnTo>
                    <a:pt x="545592" y="1421892"/>
                  </a:lnTo>
                  <a:lnTo>
                    <a:pt x="548627" y="1409700"/>
                  </a:lnTo>
                  <a:close/>
                </a:path>
                <a:path w="1057909" h="4913630">
                  <a:moveTo>
                    <a:pt x="728459" y="3896868"/>
                  </a:moveTo>
                  <a:lnTo>
                    <a:pt x="717791" y="3884688"/>
                  </a:lnTo>
                  <a:lnTo>
                    <a:pt x="719328" y="3884688"/>
                  </a:lnTo>
                  <a:lnTo>
                    <a:pt x="710171" y="3858768"/>
                  </a:lnTo>
                  <a:lnTo>
                    <a:pt x="307835" y="3858768"/>
                  </a:lnTo>
                  <a:lnTo>
                    <a:pt x="316992" y="3896868"/>
                  </a:lnTo>
                  <a:lnTo>
                    <a:pt x="728459" y="3896868"/>
                  </a:lnTo>
                  <a:close/>
                </a:path>
                <a:path w="1057909" h="4913630">
                  <a:moveTo>
                    <a:pt x="768096" y="938784"/>
                  </a:moveTo>
                  <a:lnTo>
                    <a:pt x="763524" y="938784"/>
                  </a:lnTo>
                  <a:lnTo>
                    <a:pt x="763524" y="952500"/>
                  </a:lnTo>
                  <a:lnTo>
                    <a:pt x="768096" y="938784"/>
                  </a:lnTo>
                  <a:close/>
                </a:path>
                <a:path w="1057909" h="4913630">
                  <a:moveTo>
                    <a:pt x="947928" y="659892"/>
                  </a:moveTo>
                  <a:lnTo>
                    <a:pt x="941832" y="659892"/>
                  </a:lnTo>
                  <a:lnTo>
                    <a:pt x="941832" y="672084"/>
                  </a:lnTo>
                  <a:lnTo>
                    <a:pt x="947928" y="659892"/>
                  </a:lnTo>
                  <a:close/>
                </a:path>
                <a:path w="1057909" h="4913630">
                  <a:moveTo>
                    <a:pt x="1057656" y="4379988"/>
                  </a:moveTo>
                  <a:lnTo>
                    <a:pt x="1054608" y="4379988"/>
                  </a:lnTo>
                  <a:lnTo>
                    <a:pt x="1042416" y="4367796"/>
                  </a:lnTo>
                  <a:lnTo>
                    <a:pt x="1036320" y="4354080"/>
                  </a:lnTo>
                  <a:lnTo>
                    <a:pt x="1031748" y="4354080"/>
                  </a:lnTo>
                  <a:lnTo>
                    <a:pt x="1007364" y="4315980"/>
                  </a:lnTo>
                  <a:lnTo>
                    <a:pt x="996696" y="4315980"/>
                  </a:lnTo>
                  <a:lnTo>
                    <a:pt x="986028" y="4291596"/>
                  </a:lnTo>
                  <a:lnTo>
                    <a:pt x="973836" y="4277880"/>
                  </a:lnTo>
                  <a:lnTo>
                    <a:pt x="975360" y="4277880"/>
                  </a:lnTo>
                  <a:lnTo>
                    <a:pt x="963168" y="4265688"/>
                  </a:lnTo>
                  <a:lnTo>
                    <a:pt x="964692" y="4265688"/>
                  </a:lnTo>
                  <a:lnTo>
                    <a:pt x="952500" y="4253496"/>
                  </a:lnTo>
                  <a:lnTo>
                    <a:pt x="954024" y="4253496"/>
                  </a:lnTo>
                  <a:lnTo>
                    <a:pt x="941832" y="4239780"/>
                  </a:lnTo>
                  <a:lnTo>
                    <a:pt x="909828" y="4201680"/>
                  </a:lnTo>
                  <a:lnTo>
                    <a:pt x="911352" y="4201680"/>
                  </a:lnTo>
                  <a:lnTo>
                    <a:pt x="899160" y="4177296"/>
                  </a:lnTo>
                  <a:lnTo>
                    <a:pt x="900684" y="4177296"/>
                  </a:lnTo>
                  <a:lnTo>
                    <a:pt x="894588" y="4163580"/>
                  </a:lnTo>
                  <a:lnTo>
                    <a:pt x="890016" y="4163580"/>
                  </a:lnTo>
                  <a:lnTo>
                    <a:pt x="868680" y="4125480"/>
                  </a:lnTo>
                  <a:lnTo>
                    <a:pt x="870204" y="4125480"/>
                  </a:lnTo>
                  <a:lnTo>
                    <a:pt x="848868" y="4101096"/>
                  </a:lnTo>
                  <a:lnTo>
                    <a:pt x="842772" y="4087380"/>
                  </a:lnTo>
                  <a:lnTo>
                    <a:pt x="839724" y="4087380"/>
                  </a:lnTo>
                  <a:lnTo>
                    <a:pt x="829056" y="4075188"/>
                  </a:lnTo>
                  <a:lnTo>
                    <a:pt x="819912" y="4049280"/>
                  </a:lnTo>
                  <a:lnTo>
                    <a:pt x="810768" y="4049280"/>
                  </a:lnTo>
                  <a:lnTo>
                    <a:pt x="800100" y="4024896"/>
                  </a:lnTo>
                  <a:lnTo>
                    <a:pt x="781812" y="3998988"/>
                  </a:lnTo>
                  <a:lnTo>
                    <a:pt x="763524" y="3960888"/>
                  </a:lnTo>
                  <a:lnTo>
                    <a:pt x="754380" y="3948696"/>
                  </a:lnTo>
                  <a:lnTo>
                    <a:pt x="736092" y="3910596"/>
                  </a:lnTo>
                  <a:lnTo>
                    <a:pt x="726948" y="3896880"/>
                  </a:lnTo>
                  <a:lnTo>
                    <a:pt x="326136" y="3896880"/>
                  </a:lnTo>
                  <a:lnTo>
                    <a:pt x="333756" y="3922788"/>
                  </a:lnTo>
                  <a:lnTo>
                    <a:pt x="361188" y="3973080"/>
                  </a:lnTo>
                  <a:lnTo>
                    <a:pt x="371856" y="3998988"/>
                  </a:lnTo>
                  <a:lnTo>
                    <a:pt x="399288" y="4049280"/>
                  </a:lnTo>
                  <a:lnTo>
                    <a:pt x="409956" y="4075188"/>
                  </a:lnTo>
                  <a:lnTo>
                    <a:pt x="419100" y="4087380"/>
                  </a:lnTo>
                  <a:lnTo>
                    <a:pt x="429768" y="4113288"/>
                  </a:lnTo>
                  <a:lnTo>
                    <a:pt x="438912" y="4125480"/>
                  </a:lnTo>
                  <a:lnTo>
                    <a:pt x="460248" y="4163580"/>
                  </a:lnTo>
                  <a:lnTo>
                    <a:pt x="469392" y="4177296"/>
                  </a:lnTo>
                  <a:lnTo>
                    <a:pt x="501396" y="4239780"/>
                  </a:lnTo>
                  <a:lnTo>
                    <a:pt x="512064" y="4239780"/>
                  </a:lnTo>
                  <a:lnTo>
                    <a:pt x="524256" y="4265688"/>
                  </a:lnTo>
                  <a:lnTo>
                    <a:pt x="556260" y="4315980"/>
                  </a:lnTo>
                  <a:lnTo>
                    <a:pt x="568452" y="4329696"/>
                  </a:lnTo>
                  <a:lnTo>
                    <a:pt x="579120" y="4354080"/>
                  </a:lnTo>
                  <a:lnTo>
                    <a:pt x="591312" y="4367796"/>
                  </a:lnTo>
                  <a:lnTo>
                    <a:pt x="601980" y="4392180"/>
                  </a:lnTo>
                  <a:lnTo>
                    <a:pt x="638556" y="4430280"/>
                  </a:lnTo>
                  <a:lnTo>
                    <a:pt x="649224" y="4456188"/>
                  </a:lnTo>
                  <a:lnTo>
                    <a:pt x="661416" y="4468380"/>
                  </a:lnTo>
                  <a:lnTo>
                    <a:pt x="685800" y="4506480"/>
                  </a:lnTo>
                  <a:lnTo>
                    <a:pt x="697992" y="4506480"/>
                  </a:lnTo>
                  <a:lnTo>
                    <a:pt x="711708" y="4532388"/>
                  </a:lnTo>
                  <a:lnTo>
                    <a:pt x="736092" y="4570488"/>
                  </a:lnTo>
                  <a:lnTo>
                    <a:pt x="749808" y="4582680"/>
                  </a:lnTo>
                  <a:lnTo>
                    <a:pt x="774192" y="4620780"/>
                  </a:lnTo>
                  <a:lnTo>
                    <a:pt x="787908" y="4620780"/>
                  </a:lnTo>
                  <a:lnTo>
                    <a:pt x="801624" y="4646688"/>
                  </a:lnTo>
                  <a:lnTo>
                    <a:pt x="813816" y="4658880"/>
                  </a:lnTo>
                  <a:lnTo>
                    <a:pt x="854964" y="4696980"/>
                  </a:lnTo>
                  <a:lnTo>
                    <a:pt x="867156" y="4722888"/>
                  </a:lnTo>
                  <a:lnTo>
                    <a:pt x="908304" y="4773180"/>
                  </a:lnTo>
                  <a:lnTo>
                    <a:pt x="923544" y="4773180"/>
                  </a:lnTo>
                  <a:lnTo>
                    <a:pt x="950976" y="4811280"/>
                  </a:lnTo>
                  <a:lnTo>
                    <a:pt x="1022604" y="4887480"/>
                  </a:lnTo>
                  <a:lnTo>
                    <a:pt x="1037844" y="4887480"/>
                  </a:lnTo>
                  <a:lnTo>
                    <a:pt x="1051560" y="4913388"/>
                  </a:lnTo>
                  <a:lnTo>
                    <a:pt x="1057656" y="4913388"/>
                  </a:lnTo>
                  <a:lnTo>
                    <a:pt x="1057656" y="4379988"/>
                  </a:lnTo>
                  <a:close/>
                </a:path>
                <a:path w="1057909" h="4913630">
                  <a:moveTo>
                    <a:pt x="1057656" y="0"/>
                  </a:moveTo>
                  <a:lnTo>
                    <a:pt x="1037831" y="0"/>
                  </a:lnTo>
                  <a:lnTo>
                    <a:pt x="1022604" y="25400"/>
                  </a:lnTo>
                  <a:lnTo>
                    <a:pt x="950976" y="76212"/>
                  </a:lnTo>
                  <a:lnTo>
                    <a:pt x="923531" y="114312"/>
                  </a:lnTo>
                  <a:lnTo>
                    <a:pt x="908304" y="139712"/>
                  </a:lnTo>
                  <a:lnTo>
                    <a:pt x="867156" y="190512"/>
                  </a:lnTo>
                  <a:lnTo>
                    <a:pt x="854964" y="190512"/>
                  </a:lnTo>
                  <a:lnTo>
                    <a:pt x="813803" y="228612"/>
                  </a:lnTo>
                  <a:lnTo>
                    <a:pt x="801624" y="266712"/>
                  </a:lnTo>
                  <a:lnTo>
                    <a:pt x="774192" y="292112"/>
                  </a:lnTo>
                  <a:lnTo>
                    <a:pt x="749808" y="330212"/>
                  </a:lnTo>
                  <a:lnTo>
                    <a:pt x="736092" y="342912"/>
                  </a:lnTo>
                  <a:lnTo>
                    <a:pt x="711708" y="381012"/>
                  </a:lnTo>
                  <a:lnTo>
                    <a:pt x="697992" y="381012"/>
                  </a:lnTo>
                  <a:lnTo>
                    <a:pt x="661403" y="419112"/>
                  </a:lnTo>
                  <a:lnTo>
                    <a:pt x="649224" y="457212"/>
                  </a:lnTo>
                  <a:lnTo>
                    <a:pt x="638556" y="457212"/>
                  </a:lnTo>
                  <a:lnTo>
                    <a:pt x="601967" y="520712"/>
                  </a:lnTo>
                  <a:lnTo>
                    <a:pt x="591299" y="533412"/>
                  </a:lnTo>
                  <a:lnTo>
                    <a:pt x="579120" y="558812"/>
                  </a:lnTo>
                  <a:lnTo>
                    <a:pt x="568452" y="571512"/>
                  </a:lnTo>
                  <a:lnTo>
                    <a:pt x="556260" y="571512"/>
                  </a:lnTo>
                  <a:lnTo>
                    <a:pt x="524256" y="647712"/>
                  </a:lnTo>
                  <a:lnTo>
                    <a:pt x="512064" y="647712"/>
                  </a:lnTo>
                  <a:lnTo>
                    <a:pt x="501396" y="660412"/>
                  </a:lnTo>
                  <a:lnTo>
                    <a:pt x="469392" y="723912"/>
                  </a:lnTo>
                  <a:lnTo>
                    <a:pt x="460235" y="736612"/>
                  </a:lnTo>
                  <a:lnTo>
                    <a:pt x="438899" y="762012"/>
                  </a:lnTo>
                  <a:lnTo>
                    <a:pt x="429768" y="800112"/>
                  </a:lnTo>
                  <a:lnTo>
                    <a:pt x="419100" y="800112"/>
                  </a:lnTo>
                  <a:lnTo>
                    <a:pt x="409956" y="838212"/>
                  </a:lnTo>
                  <a:lnTo>
                    <a:pt x="399288" y="838212"/>
                  </a:lnTo>
                  <a:lnTo>
                    <a:pt x="371856" y="914412"/>
                  </a:lnTo>
                  <a:lnTo>
                    <a:pt x="361188" y="914412"/>
                  </a:lnTo>
                  <a:lnTo>
                    <a:pt x="333756" y="965212"/>
                  </a:lnTo>
                  <a:lnTo>
                    <a:pt x="326136" y="990612"/>
                  </a:lnTo>
                  <a:lnTo>
                    <a:pt x="307835" y="1028712"/>
                  </a:lnTo>
                  <a:lnTo>
                    <a:pt x="300228" y="1041412"/>
                  </a:lnTo>
                  <a:lnTo>
                    <a:pt x="291071" y="1066812"/>
                  </a:lnTo>
                  <a:lnTo>
                    <a:pt x="283464" y="1079512"/>
                  </a:lnTo>
                  <a:lnTo>
                    <a:pt x="274320" y="1104912"/>
                  </a:lnTo>
                  <a:lnTo>
                    <a:pt x="259067" y="1143012"/>
                  </a:lnTo>
                  <a:lnTo>
                    <a:pt x="249936" y="1155712"/>
                  </a:lnTo>
                  <a:lnTo>
                    <a:pt x="227076" y="1219212"/>
                  </a:lnTo>
                  <a:lnTo>
                    <a:pt x="220967" y="1231912"/>
                  </a:lnTo>
                  <a:lnTo>
                    <a:pt x="198120" y="1295412"/>
                  </a:lnTo>
                  <a:lnTo>
                    <a:pt x="192024" y="1308112"/>
                  </a:lnTo>
                  <a:lnTo>
                    <a:pt x="184404" y="1333512"/>
                  </a:lnTo>
                  <a:lnTo>
                    <a:pt x="172199" y="1371612"/>
                  </a:lnTo>
                  <a:lnTo>
                    <a:pt x="164592" y="1397012"/>
                  </a:lnTo>
                  <a:lnTo>
                    <a:pt x="128003" y="1511312"/>
                  </a:lnTo>
                  <a:lnTo>
                    <a:pt x="123444" y="1524012"/>
                  </a:lnTo>
                  <a:lnTo>
                    <a:pt x="117348" y="1562112"/>
                  </a:lnTo>
                  <a:lnTo>
                    <a:pt x="111252" y="1574812"/>
                  </a:lnTo>
                  <a:lnTo>
                    <a:pt x="96012" y="1638312"/>
                  </a:lnTo>
                  <a:lnTo>
                    <a:pt x="91440" y="1651012"/>
                  </a:lnTo>
                  <a:lnTo>
                    <a:pt x="86868" y="1676412"/>
                  </a:lnTo>
                  <a:lnTo>
                    <a:pt x="64008" y="1778012"/>
                  </a:lnTo>
                  <a:lnTo>
                    <a:pt x="53340" y="1841512"/>
                  </a:lnTo>
                  <a:lnTo>
                    <a:pt x="48768" y="1866912"/>
                  </a:lnTo>
                  <a:lnTo>
                    <a:pt x="42672" y="1905012"/>
                  </a:lnTo>
                  <a:lnTo>
                    <a:pt x="38100" y="1930412"/>
                  </a:lnTo>
                  <a:lnTo>
                    <a:pt x="32004" y="1968512"/>
                  </a:lnTo>
                  <a:lnTo>
                    <a:pt x="16764" y="2095512"/>
                  </a:lnTo>
                  <a:lnTo>
                    <a:pt x="13716" y="2133612"/>
                  </a:lnTo>
                  <a:lnTo>
                    <a:pt x="10668" y="2159012"/>
                  </a:lnTo>
                  <a:lnTo>
                    <a:pt x="7620" y="2209812"/>
                  </a:lnTo>
                  <a:lnTo>
                    <a:pt x="4572" y="2247912"/>
                  </a:lnTo>
                  <a:lnTo>
                    <a:pt x="4572" y="2273312"/>
                  </a:lnTo>
                  <a:lnTo>
                    <a:pt x="1524" y="2311412"/>
                  </a:lnTo>
                  <a:lnTo>
                    <a:pt x="1524" y="2362212"/>
                  </a:lnTo>
                  <a:lnTo>
                    <a:pt x="0" y="2374912"/>
                  </a:lnTo>
                  <a:lnTo>
                    <a:pt x="0" y="2514612"/>
                  </a:lnTo>
                  <a:lnTo>
                    <a:pt x="1524" y="2527312"/>
                  </a:lnTo>
                  <a:lnTo>
                    <a:pt x="1524" y="2578112"/>
                  </a:lnTo>
                  <a:lnTo>
                    <a:pt x="4572" y="2616212"/>
                  </a:lnTo>
                  <a:lnTo>
                    <a:pt x="4572" y="2628912"/>
                  </a:lnTo>
                  <a:lnTo>
                    <a:pt x="6096" y="2667012"/>
                  </a:lnTo>
                  <a:lnTo>
                    <a:pt x="7620" y="2679712"/>
                  </a:lnTo>
                  <a:lnTo>
                    <a:pt x="10668" y="2730512"/>
                  </a:lnTo>
                  <a:lnTo>
                    <a:pt x="13716" y="2743212"/>
                  </a:lnTo>
                  <a:lnTo>
                    <a:pt x="19812" y="2819412"/>
                  </a:lnTo>
                  <a:lnTo>
                    <a:pt x="21336" y="2832112"/>
                  </a:lnTo>
                  <a:lnTo>
                    <a:pt x="30480" y="2895612"/>
                  </a:lnTo>
                  <a:lnTo>
                    <a:pt x="32004" y="2921012"/>
                  </a:lnTo>
                  <a:lnTo>
                    <a:pt x="38100" y="2959112"/>
                  </a:lnTo>
                  <a:lnTo>
                    <a:pt x="42672" y="2971812"/>
                  </a:lnTo>
                  <a:lnTo>
                    <a:pt x="48768" y="3022612"/>
                  </a:lnTo>
                  <a:lnTo>
                    <a:pt x="53340" y="3048012"/>
                  </a:lnTo>
                  <a:lnTo>
                    <a:pt x="56388" y="3060712"/>
                  </a:lnTo>
                  <a:lnTo>
                    <a:pt x="60960" y="3086112"/>
                  </a:lnTo>
                  <a:lnTo>
                    <a:pt x="64008" y="3111512"/>
                  </a:lnTo>
                  <a:lnTo>
                    <a:pt x="86868" y="3200412"/>
                  </a:lnTo>
                  <a:lnTo>
                    <a:pt x="91440" y="3238512"/>
                  </a:lnTo>
                  <a:lnTo>
                    <a:pt x="96012" y="3251212"/>
                  </a:lnTo>
                  <a:lnTo>
                    <a:pt x="111252" y="3314712"/>
                  </a:lnTo>
                  <a:lnTo>
                    <a:pt x="128003" y="3365512"/>
                  </a:lnTo>
                  <a:lnTo>
                    <a:pt x="140208" y="3416312"/>
                  </a:lnTo>
                  <a:lnTo>
                    <a:pt x="164592" y="3492512"/>
                  </a:lnTo>
                  <a:lnTo>
                    <a:pt x="172199" y="3505212"/>
                  </a:lnTo>
                  <a:lnTo>
                    <a:pt x="184404" y="3543312"/>
                  </a:lnTo>
                  <a:lnTo>
                    <a:pt x="192024" y="3568712"/>
                  </a:lnTo>
                  <a:lnTo>
                    <a:pt x="198120" y="3581412"/>
                  </a:lnTo>
                  <a:lnTo>
                    <a:pt x="220967" y="3657612"/>
                  </a:lnTo>
                  <a:lnTo>
                    <a:pt x="227076" y="3657612"/>
                  </a:lnTo>
                  <a:lnTo>
                    <a:pt x="249936" y="3733812"/>
                  </a:lnTo>
                  <a:lnTo>
                    <a:pt x="259067" y="3746512"/>
                  </a:lnTo>
                  <a:lnTo>
                    <a:pt x="274320" y="3784612"/>
                  </a:lnTo>
                  <a:lnTo>
                    <a:pt x="283464" y="3810012"/>
                  </a:lnTo>
                  <a:lnTo>
                    <a:pt x="291071" y="3822712"/>
                  </a:lnTo>
                  <a:lnTo>
                    <a:pt x="300228" y="3848112"/>
                  </a:lnTo>
                  <a:lnTo>
                    <a:pt x="702564" y="3848112"/>
                  </a:lnTo>
                  <a:lnTo>
                    <a:pt x="684276" y="3810012"/>
                  </a:lnTo>
                  <a:lnTo>
                    <a:pt x="685800" y="3810012"/>
                  </a:lnTo>
                  <a:lnTo>
                    <a:pt x="676656" y="3784612"/>
                  </a:lnTo>
                  <a:lnTo>
                    <a:pt x="669036" y="3771912"/>
                  </a:lnTo>
                  <a:lnTo>
                    <a:pt x="659892" y="3759212"/>
                  </a:lnTo>
                  <a:lnTo>
                    <a:pt x="661403" y="3759212"/>
                  </a:lnTo>
                  <a:lnTo>
                    <a:pt x="652272" y="3733812"/>
                  </a:lnTo>
                  <a:lnTo>
                    <a:pt x="645033" y="3733812"/>
                  </a:lnTo>
                  <a:lnTo>
                    <a:pt x="644652" y="3732288"/>
                  </a:lnTo>
                  <a:lnTo>
                    <a:pt x="644652" y="3733812"/>
                  </a:lnTo>
                  <a:lnTo>
                    <a:pt x="598932" y="3619512"/>
                  </a:lnTo>
                  <a:lnTo>
                    <a:pt x="600456" y="3619512"/>
                  </a:lnTo>
                  <a:lnTo>
                    <a:pt x="585203" y="3581412"/>
                  </a:lnTo>
                  <a:lnTo>
                    <a:pt x="579501" y="3581412"/>
                  </a:lnTo>
                  <a:lnTo>
                    <a:pt x="579120" y="3579888"/>
                  </a:lnTo>
                  <a:lnTo>
                    <a:pt x="579120" y="3581412"/>
                  </a:lnTo>
                  <a:lnTo>
                    <a:pt x="571500" y="3556012"/>
                  </a:lnTo>
                  <a:lnTo>
                    <a:pt x="565404" y="3543312"/>
                  </a:lnTo>
                  <a:lnTo>
                    <a:pt x="557771" y="3517912"/>
                  </a:lnTo>
                  <a:lnTo>
                    <a:pt x="559308" y="3517912"/>
                  </a:lnTo>
                  <a:lnTo>
                    <a:pt x="551688" y="3505212"/>
                  </a:lnTo>
                  <a:lnTo>
                    <a:pt x="545592" y="3479812"/>
                  </a:lnTo>
                  <a:lnTo>
                    <a:pt x="533400" y="3454412"/>
                  </a:lnTo>
                  <a:lnTo>
                    <a:pt x="502920" y="3352812"/>
                  </a:lnTo>
                  <a:lnTo>
                    <a:pt x="498335" y="3352812"/>
                  </a:lnTo>
                  <a:lnTo>
                    <a:pt x="486156" y="3314712"/>
                  </a:lnTo>
                  <a:lnTo>
                    <a:pt x="487667" y="3314712"/>
                  </a:lnTo>
                  <a:lnTo>
                    <a:pt x="481571" y="3289312"/>
                  </a:lnTo>
                  <a:lnTo>
                    <a:pt x="476999" y="3276612"/>
                  </a:lnTo>
                  <a:lnTo>
                    <a:pt x="470903" y="3251212"/>
                  </a:lnTo>
                  <a:lnTo>
                    <a:pt x="472440" y="3251212"/>
                  </a:lnTo>
                  <a:lnTo>
                    <a:pt x="466331" y="3238512"/>
                  </a:lnTo>
                  <a:lnTo>
                    <a:pt x="458724" y="3200412"/>
                  </a:lnTo>
                  <a:lnTo>
                    <a:pt x="457200" y="3200412"/>
                  </a:lnTo>
                  <a:lnTo>
                    <a:pt x="434340" y="3111512"/>
                  </a:lnTo>
                  <a:lnTo>
                    <a:pt x="435864" y="3111512"/>
                  </a:lnTo>
                  <a:lnTo>
                    <a:pt x="426720" y="3073412"/>
                  </a:lnTo>
                  <a:lnTo>
                    <a:pt x="423672" y="3048012"/>
                  </a:lnTo>
                  <a:lnTo>
                    <a:pt x="419100" y="3035312"/>
                  </a:lnTo>
                  <a:lnTo>
                    <a:pt x="413004" y="2997212"/>
                  </a:lnTo>
                  <a:lnTo>
                    <a:pt x="394703" y="2895612"/>
                  </a:lnTo>
                  <a:lnTo>
                    <a:pt x="393357" y="2895612"/>
                  </a:lnTo>
                  <a:lnTo>
                    <a:pt x="393192" y="2894076"/>
                  </a:lnTo>
                  <a:lnTo>
                    <a:pt x="393192" y="2895612"/>
                  </a:lnTo>
                  <a:lnTo>
                    <a:pt x="391668" y="2857512"/>
                  </a:lnTo>
                  <a:lnTo>
                    <a:pt x="388785" y="2857512"/>
                  </a:lnTo>
                  <a:lnTo>
                    <a:pt x="388620" y="2855976"/>
                  </a:lnTo>
                  <a:lnTo>
                    <a:pt x="388620" y="2857512"/>
                  </a:lnTo>
                  <a:lnTo>
                    <a:pt x="385572" y="2819412"/>
                  </a:lnTo>
                  <a:lnTo>
                    <a:pt x="384035" y="2819412"/>
                  </a:lnTo>
                  <a:lnTo>
                    <a:pt x="381000" y="2781312"/>
                  </a:lnTo>
                  <a:lnTo>
                    <a:pt x="379476" y="2781312"/>
                  </a:lnTo>
                  <a:lnTo>
                    <a:pt x="379463" y="2780995"/>
                  </a:lnTo>
                  <a:lnTo>
                    <a:pt x="377952" y="2743212"/>
                  </a:lnTo>
                  <a:lnTo>
                    <a:pt x="375056" y="2743212"/>
                  </a:lnTo>
                  <a:lnTo>
                    <a:pt x="374891" y="2741676"/>
                  </a:lnTo>
                  <a:lnTo>
                    <a:pt x="374891" y="2743060"/>
                  </a:lnTo>
                  <a:lnTo>
                    <a:pt x="371856" y="2705112"/>
                  </a:lnTo>
                  <a:lnTo>
                    <a:pt x="370332" y="2667012"/>
                  </a:lnTo>
                  <a:lnTo>
                    <a:pt x="367271" y="2628912"/>
                  </a:lnTo>
                  <a:lnTo>
                    <a:pt x="367271" y="2616212"/>
                  </a:lnTo>
                  <a:lnTo>
                    <a:pt x="364236" y="2578112"/>
                  </a:lnTo>
                  <a:lnTo>
                    <a:pt x="364236" y="2552712"/>
                  </a:lnTo>
                  <a:lnTo>
                    <a:pt x="362699" y="2540012"/>
                  </a:lnTo>
                  <a:lnTo>
                    <a:pt x="362699" y="2501912"/>
                  </a:lnTo>
                  <a:lnTo>
                    <a:pt x="361188" y="2476512"/>
                  </a:lnTo>
                  <a:lnTo>
                    <a:pt x="361188" y="2400312"/>
                  </a:lnTo>
                  <a:lnTo>
                    <a:pt x="362699" y="2387612"/>
                  </a:lnTo>
                  <a:lnTo>
                    <a:pt x="362699" y="2349512"/>
                  </a:lnTo>
                  <a:lnTo>
                    <a:pt x="364236" y="2324112"/>
                  </a:lnTo>
                  <a:lnTo>
                    <a:pt x="364236" y="2298712"/>
                  </a:lnTo>
                  <a:lnTo>
                    <a:pt x="367271" y="2260612"/>
                  </a:lnTo>
                  <a:lnTo>
                    <a:pt x="367271" y="2247912"/>
                  </a:lnTo>
                  <a:lnTo>
                    <a:pt x="370332" y="2209812"/>
                  </a:lnTo>
                  <a:lnTo>
                    <a:pt x="371856" y="2184412"/>
                  </a:lnTo>
                  <a:lnTo>
                    <a:pt x="374904" y="2146312"/>
                  </a:lnTo>
                  <a:lnTo>
                    <a:pt x="377952" y="2133612"/>
                  </a:lnTo>
                  <a:lnTo>
                    <a:pt x="381000" y="2095512"/>
                  </a:lnTo>
                  <a:lnTo>
                    <a:pt x="385572" y="2057412"/>
                  </a:lnTo>
                  <a:lnTo>
                    <a:pt x="391668" y="2019312"/>
                  </a:lnTo>
                  <a:lnTo>
                    <a:pt x="393192" y="1993912"/>
                  </a:lnTo>
                  <a:lnTo>
                    <a:pt x="396240" y="1981212"/>
                  </a:lnTo>
                  <a:lnTo>
                    <a:pt x="397764" y="1981212"/>
                  </a:lnTo>
                  <a:lnTo>
                    <a:pt x="402336" y="1943112"/>
                  </a:lnTo>
                  <a:lnTo>
                    <a:pt x="403860" y="1943112"/>
                  </a:lnTo>
                  <a:lnTo>
                    <a:pt x="405371" y="1917712"/>
                  </a:lnTo>
                  <a:lnTo>
                    <a:pt x="406908" y="1917712"/>
                  </a:lnTo>
                  <a:lnTo>
                    <a:pt x="408432" y="1905012"/>
                  </a:lnTo>
                  <a:lnTo>
                    <a:pt x="413004" y="1892312"/>
                  </a:lnTo>
                  <a:lnTo>
                    <a:pt x="419100" y="1854212"/>
                  </a:lnTo>
                  <a:lnTo>
                    <a:pt x="423672" y="1828812"/>
                  </a:lnTo>
                  <a:lnTo>
                    <a:pt x="435864" y="1778012"/>
                  </a:lnTo>
                  <a:lnTo>
                    <a:pt x="434340" y="1778012"/>
                  </a:lnTo>
                  <a:lnTo>
                    <a:pt x="461772" y="1663712"/>
                  </a:lnTo>
                  <a:lnTo>
                    <a:pt x="463296" y="1663712"/>
                  </a:lnTo>
                  <a:lnTo>
                    <a:pt x="466331" y="1638312"/>
                  </a:lnTo>
                  <a:lnTo>
                    <a:pt x="470903" y="1638312"/>
                  </a:lnTo>
                  <a:lnTo>
                    <a:pt x="476999" y="1612912"/>
                  </a:lnTo>
                  <a:lnTo>
                    <a:pt x="481571" y="1600212"/>
                  </a:lnTo>
                  <a:lnTo>
                    <a:pt x="487667" y="1574812"/>
                  </a:lnTo>
                  <a:lnTo>
                    <a:pt x="486156" y="1574812"/>
                  </a:lnTo>
                  <a:lnTo>
                    <a:pt x="498335" y="1536712"/>
                  </a:lnTo>
                  <a:lnTo>
                    <a:pt x="502920" y="1524012"/>
                  </a:lnTo>
                  <a:lnTo>
                    <a:pt x="509003" y="1498612"/>
                  </a:lnTo>
                  <a:lnTo>
                    <a:pt x="512064" y="1498612"/>
                  </a:lnTo>
                  <a:lnTo>
                    <a:pt x="545592" y="1397012"/>
                  </a:lnTo>
                  <a:lnTo>
                    <a:pt x="548640" y="1397012"/>
                  </a:lnTo>
                  <a:lnTo>
                    <a:pt x="551688" y="1384312"/>
                  </a:lnTo>
                  <a:lnTo>
                    <a:pt x="559308" y="1371612"/>
                  </a:lnTo>
                  <a:lnTo>
                    <a:pt x="557771" y="1371612"/>
                  </a:lnTo>
                  <a:lnTo>
                    <a:pt x="565404" y="1346212"/>
                  </a:lnTo>
                  <a:lnTo>
                    <a:pt x="571500" y="1333512"/>
                  </a:lnTo>
                  <a:lnTo>
                    <a:pt x="579120" y="1308112"/>
                  </a:lnTo>
                  <a:lnTo>
                    <a:pt x="585203" y="1295412"/>
                  </a:lnTo>
                  <a:lnTo>
                    <a:pt x="600456" y="1257312"/>
                  </a:lnTo>
                  <a:lnTo>
                    <a:pt x="598932" y="1257312"/>
                  </a:lnTo>
                  <a:lnTo>
                    <a:pt x="614172" y="1219212"/>
                  </a:lnTo>
                  <a:lnTo>
                    <a:pt x="621792" y="1219212"/>
                  </a:lnTo>
                  <a:lnTo>
                    <a:pt x="644652" y="1155712"/>
                  </a:lnTo>
                  <a:lnTo>
                    <a:pt x="652272" y="1143012"/>
                  </a:lnTo>
                  <a:lnTo>
                    <a:pt x="661403" y="1130312"/>
                  </a:lnTo>
                  <a:lnTo>
                    <a:pt x="659892" y="1130312"/>
                  </a:lnTo>
                  <a:lnTo>
                    <a:pt x="669036" y="1104912"/>
                  </a:lnTo>
                  <a:lnTo>
                    <a:pt x="676656" y="1104912"/>
                  </a:lnTo>
                  <a:lnTo>
                    <a:pt x="676656" y="1117092"/>
                  </a:lnTo>
                  <a:lnTo>
                    <a:pt x="681215" y="1104912"/>
                  </a:lnTo>
                  <a:lnTo>
                    <a:pt x="685800" y="1079512"/>
                  </a:lnTo>
                  <a:lnTo>
                    <a:pt x="684276" y="1079512"/>
                  </a:lnTo>
                  <a:lnTo>
                    <a:pt x="702564" y="1041412"/>
                  </a:lnTo>
                  <a:lnTo>
                    <a:pt x="701040" y="1041412"/>
                  </a:lnTo>
                  <a:lnTo>
                    <a:pt x="719328" y="1028712"/>
                  </a:lnTo>
                  <a:lnTo>
                    <a:pt x="717804" y="1028712"/>
                  </a:lnTo>
                  <a:lnTo>
                    <a:pt x="728472" y="990612"/>
                  </a:lnTo>
                  <a:lnTo>
                    <a:pt x="736092" y="990612"/>
                  </a:lnTo>
                  <a:lnTo>
                    <a:pt x="736092" y="1002792"/>
                  </a:lnTo>
                  <a:lnTo>
                    <a:pt x="740651" y="990612"/>
                  </a:lnTo>
                  <a:lnTo>
                    <a:pt x="763524" y="927112"/>
                  </a:lnTo>
                  <a:lnTo>
                    <a:pt x="768096" y="927112"/>
                  </a:lnTo>
                  <a:lnTo>
                    <a:pt x="790956" y="876312"/>
                  </a:lnTo>
                  <a:lnTo>
                    <a:pt x="800100" y="876312"/>
                  </a:lnTo>
                  <a:lnTo>
                    <a:pt x="810768" y="850912"/>
                  </a:lnTo>
                  <a:lnTo>
                    <a:pt x="809231" y="850912"/>
                  </a:lnTo>
                  <a:lnTo>
                    <a:pt x="819899" y="838212"/>
                  </a:lnTo>
                  <a:lnTo>
                    <a:pt x="829056" y="838212"/>
                  </a:lnTo>
                  <a:lnTo>
                    <a:pt x="839724" y="800112"/>
                  </a:lnTo>
                  <a:lnTo>
                    <a:pt x="838200" y="800112"/>
                  </a:lnTo>
                  <a:lnTo>
                    <a:pt x="870204" y="762012"/>
                  </a:lnTo>
                  <a:lnTo>
                    <a:pt x="868667" y="762012"/>
                  </a:lnTo>
                  <a:lnTo>
                    <a:pt x="890003" y="723912"/>
                  </a:lnTo>
                  <a:lnTo>
                    <a:pt x="899160" y="723912"/>
                  </a:lnTo>
                  <a:lnTo>
                    <a:pt x="911352" y="698512"/>
                  </a:lnTo>
                  <a:lnTo>
                    <a:pt x="909828" y="698512"/>
                  </a:lnTo>
                  <a:lnTo>
                    <a:pt x="920496" y="685812"/>
                  </a:lnTo>
                  <a:lnTo>
                    <a:pt x="941832" y="647712"/>
                  </a:lnTo>
                  <a:lnTo>
                    <a:pt x="952500" y="647712"/>
                  </a:lnTo>
                  <a:lnTo>
                    <a:pt x="964692" y="635012"/>
                  </a:lnTo>
                  <a:lnTo>
                    <a:pt x="963168" y="635012"/>
                  </a:lnTo>
                  <a:lnTo>
                    <a:pt x="975360" y="609612"/>
                  </a:lnTo>
                  <a:lnTo>
                    <a:pt x="986028" y="609612"/>
                  </a:lnTo>
                  <a:lnTo>
                    <a:pt x="996696" y="596912"/>
                  </a:lnTo>
                  <a:lnTo>
                    <a:pt x="1008888" y="571512"/>
                  </a:lnTo>
                  <a:lnTo>
                    <a:pt x="1019556" y="571512"/>
                  </a:lnTo>
                  <a:lnTo>
                    <a:pt x="1031735" y="533412"/>
                  </a:lnTo>
                  <a:lnTo>
                    <a:pt x="1042403" y="533412"/>
                  </a:lnTo>
                  <a:lnTo>
                    <a:pt x="1054608" y="520712"/>
                  </a:lnTo>
                  <a:lnTo>
                    <a:pt x="1057656" y="520712"/>
                  </a:lnTo>
                  <a:lnTo>
                    <a:pt x="1057656" y="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577850">
              <a:lnSpc>
                <a:spcPct val="100000"/>
              </a:lnSpc>
              <a:spcBef>
                <a:spcPts val="90"/>
              </a:spcBef>
            </a:pPr>
            <a:r>
              <a:rPr dirty="0" spc="-65"/>
              <a:t>ADVANTAGES</a:t>
            </a:r>
            <a:r>
              <a:rPr dirty="0" spc="-110"/>
              <a:t> </a:t>
            </a:r>
            <a:r>
              <a:rPr dirty="0"/>
              <a:t>&amp;</a:t>
            </a:r>
            <a:r>
              <a:rPr dirty="0" spc="-80"/>
              <a:t> </a:t>
            </a:r>
            <a:r>
              <a:rPr dirty="0" spc="-10"/>
              <a:t>LIMITATIONS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256784" y="1919508"/>
            <a:ext cx="1717675" cy="307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50" spc="-25" b="1">
                <a:latin typeface="Times New Roman"/>
                <a:cs typeface="Times New Roman"/>
              </a:rPr>
              <a:t>ADVANTAGES: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34516" y="2343593"/>
            <a:ext cx="8700770" cy="27057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136525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provides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real-</a:t>
            </a:r>
            <a:r>
              <a:rPr dirty="0" sz="1600">
                <a:latin typeface="Times New Roman"/>
                <a:cs typeface="Times New Roman"/>
              </a:rPr>
              <a:t>time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delivery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average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latency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under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2ms,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ensuring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all </a:t>
            </a:r>
            <a:r>
              <a:rPr dirty="0" sz="1600">
                <a:latin typeface="Times New Roman"/>
                <a:cs typeface="Times New Roman"/>
              </a:rPr>
              <a:t>connected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receive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synchronized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instantly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without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any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manual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intervention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polling delays.</a:t>
            </a:r>
            <a:endParaRPr sz="1600">
              <a:latin typeface="Times New Roman"/>
              <a:cs typeface="Times New Roman"/>
            </a:endParaRPr>
          </a:p>
          <a:p>
            <a:pPr algn="just" marL="353695" marR="184785" indent="-341630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supports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horizontal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scalability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through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Apache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Kafka's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partitioned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topic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architecture,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allowing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the </a:t>
            </a:r>
            <a:r>
              <a:rPr dirty="0" sz="1600" spc="-25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engine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handle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thousands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second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simply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adding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more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broker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nodes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consumer 	instances.</a:t>
            </a:r>
            <a:endParaRPr sz="1600">
              <a:latin typeface="Times New Roman"/>
              <a:cs typeface="Times New Roman"/>
            </a:endParaRPr>
          </a:p>
          <a:p>
            <a:pPr algn="just" marL="353695" marR="5080" indent="-341630">
              <a:lnSpc>
                <a:spcPts val="1920"/>
              </a:lnSpc>
              <a:spcBef>
                <a:spcPts val="50"/>
              </a:spcBef>
              <a:buAutoNum type="arabicPeriod"/>
              <a:tabLst>
                <a:tab pos="3549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built-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fault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tolerance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mechanism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retry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queues,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exponential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backoff,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Dead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Letter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Queue </a:t>
            </a:r>
            <a:r>
              <a:rPr dirty="0" sz="1600" spc="-1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ensures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permanently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lost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when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temporarily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offline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network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failure 	occurs.</a:t>
            </a:r>
            <a:endParaRPr sz="1600">
              <a:latin typeface="Times New Roman"/>
              <a:cs typeface="Times New Roman"/>
            </a:endParaRPr>
          </a:p>
          <a:p>
            <a:pPr algn="just" marL="353695" marR="367030" indent="-341630">
              <a:lnSpc>
                <a:spcPts val="1920"/>
              </a:lnSpc>
              <a:buAutoNum type="arabicPeriod"/>
              <a:tabLst>
                <a:tab pos="354965" algn="l"/>
              </a:tabLst>
            </a:pP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centralized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PostgreSQL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full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replay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support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allows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any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consumer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recover </a:t>
            </a:r>
            <a:r>
              <a:rPr dirty="0" sz="1600" spc="-1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missed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events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from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point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time,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making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highly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reliable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for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audit,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debugging,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and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2579" y="5024284"/>
            <a:ext cx="3269615" cy="4356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47115">
              <a:lnSpc>
                <a:spcPts val="1645"/>
              </a:lnSpc>
              <a:spcBef>
                <a:spcPts val="95"/>
              </a:spcBef>
            </a:pPr>
            <a:r>
              <a:rPr dirty="0" sz="1600">
                <a:latin typeface="Times New Roman"/>
                <a:cs typeface="Times New Roman"/>
              </a:rPr>
              <a:t>disaster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recovery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purposes.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585"/>
              </a:lnSpc>
            </a:pPr>
            <a:r>
              <a:rPr dirty="0" sz="1550" spc="-5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04159" y="380768"/>
            <a:ext cx="5321935" cy="451484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65"/>
              <a:t>ADVANTAGES</a:t>
            </a:r>
            <a:r>
              <a:rPr dirty="0" spc="-110"/>
              <a:t> </a:t>
            </a:r>
            <a:r>
              <a:rPr dirty="0"/>
              <a:t>&amp;</a:t>
            </a:r>
            <a:r>
              <a:rPr dirty="0" spc="-80"/>
              <a:t> </a:t>
            </a:r>
            <a:r>
              <a:rPr dirty="0" spc="-10"/>
              <a:t>LIMITATIONS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LIMITATIONS:</a:t>
            </a:r>
          </a:p>
          <a:p>
            <a:pPr algn="just" marL="353695" marR="213360" indent="-341630">
              <a:lnSpc>
                <a:spcPct val="100000"/>
              </a:lnSpc>
              <a:spcBef>
                <a:spcPts val="2185"/>
              </a:spcBef>
              <a:buAutoNum type="arabicPeriod"/>
              <a:tabLst>
                <a:tab pos="354965" algn="l"/>
              </a:tabLst>
            </a:pPr>
            <a:r>
              <a:rPr dirty="0" sz="1600" b="0">
                <a:latin typeface="Times New Roman"/>
                <a:cs typeface="Times New Roman"/>
              </a:rPr>
              <a:t>The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system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requires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stable</a:t>
            </a:r>
            <a:r>
              <a:rPr dirty="0" sz="1600" spc="-3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and</a:t>
            </a:r>
            <a:r>
              <a:rPr dirty="0" sz="1600" spc="-25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high-</a:t>
            </a:r>
            <a:r>
              <a:rPr dirty="0" sz="1600" b="0">
                <a:latin typeface="Times New Roman"/>
                <a:cs typeface="Times New Roman"/>
              </a:rPr>
              <a:t>bandwidth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network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infrastructure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to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maintain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low-</a:t>
            </a:r>
            <a:r>
              <a:rPr dirty="0" sz="1600" b="0">
                <a:latin typeface="Times New Roman"/>
                <a:cs typeface="Times New Roman"/>
              </a:rPr>
              <a:t>latency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event</a:t>
            </a:r>
            <a:r>
              <a:rPr dirty="0" sz="1600" spc="-2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delivery, </a:t>
            </a:r>
            <a:r>
              <a:rPr dirty="0" sz="1600" spc="-10" b="0">
                <a:latin typeface="Times New Roman"/>
                <a:cs typeface="Times New Roman"/>
              </a:rPr>
              <a:t>	</a:t>
            </a:r>
            <a:r>
              <a:rPr dirty="0" sz="1600" b="0">
                <a:latin typeface="Times New Roman"/>
                <a:cs typeface="Times New Roman"/>
              </a:rPr>
              <a:t>and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any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network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instability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between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the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broker,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producers,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and</a:t>
            </a:r>
            <a:r>
              <a:rPr dirty="0" sz="1600" spc="-6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consumers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can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cause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increased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lag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and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delivery 	failures.</a:t>
            </a:r>
            <a:endParaRPr sz="1600">
              <a:latin typeface="Times New Roman"/>
              <a:cs typeface="Times New Roman"/>
            </a:endParaRPr>
          </a:p>
          <a:p>
            <a:pPr marL="354965" marR="474345" indent="-342900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600" b="0">
                <a:latin typeface="Times New Roman"/>
                <a:cs typeface="Times New Roman"/>
              </a:rPr>
              <a:t>Setting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up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and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maintaining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multiple</a:t>
            </a:r>
            <a:r>
              <a:rPr dirty="0" sz="1600" spc="-6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distributed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components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such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as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Apache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Kafka,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Zookeeper,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Redis,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spc="-25" b="0">
                <a:latin typeface="Times New Roman"/>
                <a:cs typeface="Times New Roman"/>
              </a:rPr>
              <a:t>and </a:t>
            </a:r>
            <a:r>
              <a:rPr dirty="0" sz="1600" b="0">
                <a:latin typeface="Times New Roman"/>
                <a:cs typeface="Times New Roman"/>
              </a:rPr>
              <a:t>PostgreSQL</a:t>
            </a:r>
            <a:r>
              <a:rPr dirty="0" sz="1600" spc="-6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together</a:t>
            </a:r>
            <a:r>
              <a:rPr dirty="0" sz="1600" spc="-6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increases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the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operational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complexity,</a:t>
            </a:r>
            <a:r>
              <a:rPr dirty="0" sz="1600" spc="-6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making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it</a:t>
            </a:r>
            <a:r>
              <a:rPr dirty="0" sz="1600" spc="-6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difficult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to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deploy</a:t>
            </a:r>
            <a:r>
              <a:rPr dirty="0" sz="1600" spc="-6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and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manage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without </a:t>
            </a:r>
            <a:r>
              <a:rPr dirty="0" sz="1600" b="0">
                <a:latin typeface="Times New Roman"/>
                <a:cs typeface="Times New Roman"/>
              </a:rPr>
              <a:t>proper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DevOps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expertise.</a:t>
            </a:r>
            <a:endParaRPr sz="1600">
              <a:latin typeface="Times New Roman"/>
              <a:cs typeface="Times New Roman"/>
            </a:endParaRPr>
          </a:p>
          <a:p>
            <a:pPr marL="354965" marR="5080" indent="-342900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600" b="0">
                <a:latin typeface="Times New Roman"/>
                <a:cs typeface="Times New Roman"/>
              </a:rPr>
              <a:t>A</a:t>
            </a:r>
            <a:r>
              <a:rPr dirty="0" sz="1600" spc="-2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single-</a:t>
            </a:r>
            <a:r>
              <a:rPr dirty="0" sz="1600" b="0">
                <a:latin typeface="Times New Roman"/>
                <a:cs typeface="Times New Roman"/>
              </a:rPr>
              <a:t>broker</a:t>
            </a:r>
            <a:r>
              <a:rPr dirty="0" sz="1600" spc="-2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setup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without</a:t>
            </a:r>
            <a:r>
              <a:rPr dirty="0" sz="1600" spc="-3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replication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creates</a:t>
            </a:r>
            <a:r>
              <a:rPr dirty="0" sz="1600" spc="-3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single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point</a:t>
            </a:r>
            <a:r>
              <a:rPr dirty="0" sz="1600" spc="-3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of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failure,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meaning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if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the</a:t>
            </a:r>
            <a:r>
              <a:rPr dirty="0" sz="1600" spc="-2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Kafka</a:t>
            </a:r>
            <a:r>
              <a:rPr dirty="0" sz="1600" spc="-2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broker</a:t>
            </a:r>
            <a:r>
              <a:rPr dirty="0" sz="1600" spc="-2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goes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down, </a:t>
            </a:r>
            <a:r>
              <a:rPr dirty="0" sz="1600" b="0">
                <a:latin typeface="Times New Roman"/>
                <a:cs typeface="Times New Roman"/>
              </a:rPr>
              <a:t>the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entire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event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pipeline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is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disrupted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until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the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broker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is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restarted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or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failover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is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configured.</a:t>
            </a:r>
            <a:endParaRPr sz="1600">
              <a:latin typeface="Times New Roman"/>
              <a:cs typeface="Times New Roman"/>
            </a:endParaRPr>
          </a:p>
          <a:p>
            <a:pPr marL="354965" marR="90805" indent="-342900">
              <a:lnSpc>
                <a:spcPts val="1920"/>
              </a:lnSpc>
              <a:spcBef>
                <a:spcPts val="55"/>
              </a:spcBef>
              <a:buAutoNum type="arabicPeriod"/>
              <a:tabLst>
                <a:tab pos="354965" algn="l"/>
              </a:tabLst>
            </a:pPr>
            <a:r>
              <a:rPr dirty="0" sz="1600" b="0">
                <a:latin typeface="Times New Roman"/>
                <a:cs typeface="Times New Roman"/>
              </a:rPr>
              <a:t>Debugging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and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tracing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event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flows</a:t>
            </a:r>
            <a:r>
              <a:rPr dirty="0" sz="1600" spc="-3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across</a:t>
            </a:r>
            <a:r>
              <a:rPr dirty="0" sz="1600" spc="-3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multiple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distributed</a:t>
            </a:r>
            <a:r>
              <a:rPr dirty="0" sz="1600" spc="-6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services</a:t>
            </a:r>
            <a:r>
              <a:rPr dirty="0" sz="1600" spc="-3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is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challenging,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as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identifying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the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spc="-20" b="0">
                <a:latin typeface="Times New Roman"/>
                <a:cs typeface="Times New Roman"/>
              </a:rPr>
              <a:t>root </a:t>
            </a:r>
            <a:r>
              <a:rPr dirty="0" sz="1600" b="0">
                <a:latin typeface="Times New Roman"/>
                <a:cs typeface="Times New Roman"/>
              </a:rPr>
              <a:t>cause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of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delayed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or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lost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event</a:t>
            </a:r>
            <a:r>
              <a:rPr dirty="0" sz="1600" spc="-3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requires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checking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logs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across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the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producer,</a:t>
            </a:r>
            <a:r>
              <a:rPr dirty="0" sz="1600" spc="-2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broker,</a:t>
            </a:r>
            <a:r>
              <a:rPr dirty="0" sz="1600" spc="-4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routing</a:t>
            </a:r>
            <a:r>
              <a:rPr dirty="0" sz="1600" spc="-30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engine,</a:t>
            </a:r>
            <a:r>
              <a:rPr dirty="0" sz="1600" spc="-55" b="0">
                <a:latin typeface="Times New Roman"/>
                <a:cs typeface="Times New Roman"/>
              </a:rPr>
              <a:t> </a:t>
            </a:r>
            <a:r>
              <a:rPr dirty="0" sz="1600" b="0">
                <a:latin typeface="Times New Roman"/>
                <a:cs typeface="Times New Roman"/>
              </a:rPr>
              <a:t>and</a:t>
            </a:r>
            <a:r>
              <a:rPr dirty="0" sz="1600" spc="-4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consumer </a:t>
            </a:r>
            <a:r>
              <a:rPr dirty="0" sz="1600" b="0">
                <a:latin typeface="Times New Roman"/>
                <a:cs typeface="Times New Roman"/>
              </a:rPr>
              <a:t>layers</a:t>
            </a:r>
            <a:r>
              <a:rPr dirty="0" sz="1600" spc="-50" b="0">
                <a:latin typeface="Times New Roman"/>
                <a:cs typeface="Times New Roman"/>
              </a:rPr>
              <a:t> </a:t>
            </a:r>
            <a:r>
              <a:rPr dirty="0" sz="1600" spc="-10" b="0">
                <a:latin typeface="Times New Roman"/>
                <a:cs typeface="Times New Roman"/>
              </a:rPr>
              <a:t>simultaneously.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40240" y="1316736"/>
            <a:ext cx="1146175" cy="4913630"/>
            <a:chOff x="9540240" y="1316736"/>
            <a:chExt cx="1146175" cy="4913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0" y="1377696"/>
              <a:ext cx="548639" cy="1402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628632" y="1316735"/>
              <a:ext cx="1057910" cy="4913630"/>
            </a:xfrm>
            <a:custGeom>
              <a:avLst/>
              <a:gdLst/>
              <a:ahLst/>
              <a:cxnLst/>
              <a:rect l="l" t="t" r="r" b="b"/>
              <a:pathLst>
                <a:path w="1057909" h="4913630">
                  <a:moveTo>
                    <a:pt x="406895" y="1929384"/>
                  </a:moveTo>
                  <a:lnTo>
                    <a:pt x="405371" y="1929384"/>
                  </a:lnTo>
                  <a:lnTo>
                    <a:pt x="405371" y="1943100"/>
                  </a:lnTo>
                  <a:lnTo>
                    <a:pt x="406895" y="1929384"/>
                  </a:lnTo>
                  <a:close/>
                </a:path>
                <a:path w="1057909" h="4913630">
                  <a:moveTo>
                    <a:pt x="463296" y="1676400"/>
                  </a:moveTo>
                  <a:lnTo>
                    <a:pt x="461759" y="1676400"/>
                  </a:lnTo>
                  <a:lnTo>
                    <a:pt x="461759" y="1688592"/>
                  </a:lnTo>
                  <a:lnTo>
                    <a:pt x="463296" y="1676400"/>
                  </a:lnTo>
                  <a:close/>
                </a:path>
                <a:path w="1057909" h="4913630">
                  <a:moveTo>
                    <a:pt x="469392" y="1650492"/>
                  </a:moveTo>
                  <a:lnTo>
                    <a:pt x="466331" y="1650492"/>
                  </a:lnTo>
                  <a:lnTo>
                    <a:pt x="466331" y="1662684"/>
                  </a:lnTo>
                  <a:lnTo>
                    <a:pt x="469392" y="1650492"/>
                  </a:lnTo>
                  <a:close/>
                </a:path>
                <a:path w="1057909" h="4913630">
                  <a:moveTo>
                    <a:pt x="512064" y="1510284"/>
                  </a:moveTo>
                  <a:lnTo>
                    <a:pt x="509003" y="1510284"/>
                  </a:lnTo>
                  <a:lnTo>
                    <a:pt x="509003" y="1524000"/>
                  </a:lnTo>
                  <a:lnTo>
                    <a:pt x="512064" y="1510284"/>
                  </a:lnTo>
                  <a:close/>
                </a:path>
                <a:path w="1057909" h="4913630">
                  <a:moveTo>
                    <a:pt x="548627" y="1409700"/>
                  </a:moveTo>
                  <a:lnTo>
                    <a:pt x="545592" y="1409700"/>
                  </a:lnTo>
                  <a:lnTo>
                    <a:pt x="545592" y="1421892"/>
                  </a:lnTo>
                  <a:lnTo>
                    <a:pt x="548627" y="1409700"/>
                  </a:lnTo>
                  <a:close/>
                </a:path>
                <a:path w="1057909" h="4913630">
                  <a:moveTo>
                    <a:pt x="728459" y="3896868"/>
                  </a:moveTo>
                  <a:lnTo>
                    <a:pt x="717791" y="3884688"/>
                  </a:lnTo>
                  <a:lnTo>
                    <a:pt x="719328" y="3884688"/>
                  </a:lnTo>
                  <a:lnTo>
                    <a:pt x="710171" y="3858768"/>
                  </a:lnTo>
                  <a:lnTo>
                    <a:pt x="307835" y="3858768"/>
                  </a:lnTo>
                  <a:lnTo>
                    <a:pt x="316992" y="3896868"/>
                  </a:lnTo>
                  <a:lnTo>
                    <a:pt x="728459" y="3896868"/>
                  </a:lnTo>
                  <a:close/>
                </a:path>
                <a:path w="1057909" h="4913630">
                  <a:moveTo>
                    <a:pt x="768096" y="938784"/>
                  </a:moveTo>
                  <a:lnTo>
                    <a:pt x="763524" y="938784"/>
                  </a:lnTo>
                  <a:lnTo>
                    <a:pt x="763524" y="952500"/>
                  </a:lnTo>
                  <a:lnTo>
                    <a:pt x="768096" y="938784"/>
                  </a:lnTo>
                  <a:close/>
                </a:path>
                <a:path w="1057909" h="4913630">
                  <a:moveTo>
                    <a:pt x="947928" y="659892"/>
                  </a:moveTo>
                  <a:lnTo>
                    <a:pt x="941832" y="659892"/>
                  </a:lnTo>
                  <a:lnTo>
                    <a:pt x="941832" y="672084"/>
                  </a:lnTo>
                  <a:lnTo>
                    <a:pt x="947928" y="659892"/>
                  </a:lnTo>
                  <a:close/>
                </a:path>
                <a:path w="1057909" h="4913630">
                  <a:moveTo>
                    <a:pt x="1057656" y="4379988"/>
                  </a:moveTo>
                  <a:lnTo>
                    <a:pt x="1054608" y="4379988"/>
                  </a:lnTo>
                  <a:lnTo>
                    <a:pt x="1042416" y="4367796"/>
                  </a:lnTo>
                  <a:lnTo>
                    <a:pt x="1036320" y="4354080"/>
                  </a:lnTo>
                  <a:lnTo>
                    <a:pt x="1031748" y="4354080"/>
                  </a:lnTo>
                  <a:lnTo>
                    <a:pt x="1007364" y="4315980"/>
                  </a:lnTo>
                  <a:lnTo>
                    <a:pt x="996696" y="4315980"/>
                  </a:lnTo>
                  <a:lnTo>
                    <a:pt x="986028" y="4291596"/>
                  </a:lnTo>
                  <a:lnTo>
                    <a:pt x="973836" y="4277880"/>
                  </a:lnTo>
                  <a:lnTo>
                    <a:pt x="975360" y="4277880"/>
                  </a:lnTo>
                  <a:lnTo>
                    <a:pt x="963168" y="4265688"/>
                  </a:lnTo>
                  <a:lnTo>
                    <a:pt x="964692" y="4265688"/>
                  </a:lnTo>
                  <a:lnTo>
                    <a:pt x="952500" y="4253496"/>
                  </a:lnTo>
                  <a:lnTo>
                    <a:pt x="954024" y="4253496"/>
                  </a:lnTo>
                  <a:lnTo>
                    <a:pt x="941832" y="4239780"/>
                  </a:lnTo>
                  <a:lnTo>
                    <a:pt x="909828" y="4201680"/>
                  </a:lnTo>
                  <a:lnTo>
                    <a:pt x="911352" y="4201680"/>
                  </a:lnTo>
                  <a:lnTo>
                    <a:pt x="899160" y="4177296"/>
                  </a:lnTo>
                  <a:lnTo>
                    <a:pt x="900684" y="4177296"/>
                  </a:lnTo>
                  <a:lnTo>
                    <a:pt x="894588" y="4163580"/>
                  </a:lnTo>
                  <a:lnTo>
                    <a:pt x="890016" y="4163580"/>
                  </a:lnTo>
                  <a:lnTo>
                    <a:pt x="868680" y="4125480"/>
                  </a:lnTo>
                  <a:lnTo>
                    <a:pt x="870204" y="4125480"/>
                  </a:lnTo>
                  <a:lnTo>
                    <a:pt x="848868" y="4101096"/>
                  </a:lnTo>
                  <a:lnTo>
                    <a:pt x="842772" y="4087380"/>
                  </a:lnTo>
                  <a:lnTo>
                    <a:pt x="839724" y="4087380"/>
                  </a:lnTo>
                  <a:lnTo>
                    <a:pt x="829056" y="4075188"/>
                  </a:lnTo>
                  <a:lnTo>
                    <a:pt x="819912" y="4049280"/>
                  </a:lnTo>
                  <a:lnTo>
                    <a:pt x="810768" y="4049280"/>
                  </a:lnTo>
                  <a:lnTo>
                    <a:pt x="800100" y="4024896"/>
                  </a:lnTo>
                  <a:lnTo>
                    <a:pt x="781812" y="3998988"/>
                  </a:lnTo>
                  <a:lnTo>
                    <a:pt x="763524" y="3960888"/>
                  </a:lnTo>
                  <a:lnTo>
                    <a:pt x="754380" y="3948696"/>
                  </a:lnTo>
                  <a:lnTo>
                    <a:pt x="736092" y="3910596"/>
                  </a:lnTo>
                  <a:lnTo>
                    <a:pt x="726948" y="3896880"/>
                  </a:lnTo>
                  <a:lnTo>
                    <a:pt x="326136" y="3896880"/>
                  </a:lnTo>
                  <a:lnTo>
                    <a:pt x="333756" y="3922788"/>
                  </a:lnTo>
                  <a:lnTo>
                    <a:pt x="361188" y="3973080"/>
                  </a:lnTo>
                  <a:lnTo>
                    <a:pt x="371856" y="3998988"/>
                  </a:lnTo>
                  <a:lnTo>
                    <a:pt x="399288" y="4049280"/>
                  </a:lnTo>
                  <a:lnTo>
                    <a:pt x="409956" y="4075188"/>
                  </a:lnTo>
                  <a:lnTo>
                    <a:pt x="419100" y="4087380"/>
                  </a:lnTo>
                  <a:lnTo>
                    <a:pt x="429768" y="4113288"/>
                  </a:lnTo>
                  <a:lnTo>
                    <a:pt x="438912" y="4125480"/>
                  </a:lnTo>
                  <a:lnTo>
                    <a:pt x="460248" y="4163580"/>
                  </a:lnTo>
                  <a:lnTo>
                    <a:pt x="469392" y="4177296"/>
                  </a:lnTo>
                  <a:lnTo>
                    <a:pt x="501396" y="4239780"/>
                  </a:lnTo>
                  <a:lnTo>
                    <a:pt x="512064" y="4239780"/>
                  </a:lnTo>
                  <a:lnTo>
                    <a:pt x="524256" y="4265688"/>
                  </a:lnTo>
                  <a:lnTo>
                    <a:pt x="556260" y="4315980"/>
                  </a:lnTo>
                  <a:lnTo>
                    <a:pt x="568452" y="4329696"/>
                  </a:lnTo>
                  <a:lnTo>
                    <a:pt x="579120" y="4354080"/>
                  </a:lnTo>
                  <a:lnTo>
                    <a:pt x="591312" y="4367796"/>
                  </a:lnTo>
                  <a:lnTo>
                    <a:pt x="601980" y="4392180"/>
                  </a:lnTo>
                  <a:lnTo>
                    <a:pt x="638556" y="4430280"/>
                  </a:lnTo>
                  <a:lnTo>
                    <a:pt x="649224" y="4456188"/>
                  </a:lnTo>
                  <a:lnTo>
                    <a:pt x="661416" y="4468380"/>
                  </a:lnTo>
                  <a:lnTo>
                    <a:pt x="685800" y="4506480"/>
                  </a:lnTo>
                  <a:lnTo>
                    <a:pt x="697992" y="4506480"/>
                  </a:lnTo>
                  <a:lnTo>
                    <a:pt x="711708" y="4532388"/>
                  </a:lnTo>
                  <a:lnTo>
                    <a:pt x="736092" y="4570488"/>
                  </a:lnTo>
                  <a:lnTo>
                    <a:pt x="749808" y="4582680"/>
                  </a:lnTo>
                  <a:lnTo>
                    <a:pt x="774192" y="4620780"/>
                  </a:lnTo>
                  <a:lnTo>
                    <a:pt x="787908" y="4620780"/>
                  </a:lnTo>
                  <a:lnTo>
                    <a:pt x="801624" y="4646688"/>
                  </a:lnTo>
                  <a:lnTo>
                    <a:pt x="813816" y="4658880"/>
                  </a:lnTo>
                  <a:lnTo>
                    <a:pt x="854964" y="4696980"/>
                  </a:lnTo>
                  <a:lnTo>
                    <a:pt x="867156" y="4722888"/>
                  </a:lnTo>
                  <a:lnTo>
                    <a:pt x="908304" y="4773180"/>
                  </a:lnTo>
                  <a:lnTo>
                    <a:pt x="923544" y="4773180"/>
                  </a:lnTo>
                  <a:lnTo>
                    <a:pt x="950976" y="4811280"/>
                  </a:lnTo>
                  <a:lnTo>
                    <a:pt x="1022604" y="4887480"/>
                  </a:lnTo>
                  <a:lnTo>
                    <a:pt x="1037844" y="4887480"/>
                  </a:lnTo>
                  <a:lnTo>
                    <a:pt x="1051560" y="4913388"/>
                  </a:lnTo>
                  <a:lnTo>
                    <a:pt x="1057656" y="4913388"/>
                  </a:lnTo>
                  <a:lnTo>
                    <a:pt x="1057656" y="4379988"/>
                  </a:lnTo>
                  <a:close/>
                </a:path>
                <a:path w="1057909" h="4913630">
                  <a:moveTo>
                    <a:pt x="1057656" y="0"/>
                  </a:moveTo>
                  <a:lnTo>
                    <a:pt x="1037831" y="0"/>
                  </a:lnTo>
                  <a:lnTo>
                    <a:pt x="1022604" y="25400"/>
                  </a:lnTo>
                  <a:lnTo>
                    <a:pt x="950976" y="76212"/>
                  </a:lnTo>
                  <a:lnTo>
                    <a:pt x="923531" y="114312"/>
                  </a:lnTo>
                  <a:lnTo>
                    <a:pt x="908304" y="139712"/>
                  </a:lnTo>
                  <a:lnTo>
                    <a:pt x="867156" y="190512"/>
                  </a:lnTo>
                  <a:lnTo>
                    <a:pt x="854964" y="190512"/>
                  </a:lnTo>
                  <a:lnTo>
                    <a:pt x="813803" y="228612"/>
                  </a:lnTo>
                  <a:lnTo>
                    <a:pt x="801624" y="266712"/>
                  </a:lnTo>
                  <a:lnTo>
                    <a:pt x="774192" y="292112"/>
                  </a:lnTo>
                  <a:lnTo>
                    <a:pt x="749808" y="330212"/>
                  </a:lnTo>
                  <a:lnTo>
                    <a:pt x="736092" y="342912"/>
                  </a:lnTo>
                  <a:lnTo>
                    <a:pt x="711708" y="381012"/>
                  </a:lnTo>
                  <a:lnTo>
                    <a:pt x="697992" y="381012"/>
                  </a:lnTo>
                  <a:lnTo>
                    <a:pt x="661403" y="419112"/>
                  </a:lnTo>
                  <a:lnTo>
                    <a:pt x="649224" y="457212"/>
                  </a:lnTo>
                  <a:lnTo>
                    <a:pt x="638556" y="457212"/>
                  </a:lnTo>
                  <a:lnTo>
                    <a:pt x="601967" y="520712"/>
                  </a:lnTo>
                  <a:lnTo>
                    <a:pt x="591299" y="533412"/>
                  </a:lnTo>
                  <a:lnTo>
                    <a:pt x="579120" y="558812"/>
                  </a:lnTo>
                  <a:lnTo>
                    <a:pt x="568452" y="571512"/>
                  </a:lnTo>
                  <a:lnTo>
                    <a:pt x="556260" y="571512"/>
                  </a:lnTo>
                  <a:lnTo>
                    <a:pt x="524256" y="647712"/>
                  </a:lnTo>
                  <a:lnTo>
                    <a:pt x="512064" y="647712"/>
                  </a:lnTo>
                  <a:lnTo>
                    <a:pt x="501396" y="660412"/>
                  </a:lnTo>
                  <a:lnTo>
                    <a:pt x="469392" y="723912"/>
                  </a:lnTo>
                  <a:lnTo>
                    <a:pt x="460235" y="736612"/>
                  </a:lnTo>
                  <a:lnTo>
                    <a:pt x="438899" y="762012"/>
                  </a:lnTo>
                  <a:lnTo>
                    <a:pt x="429768" y="800112"/>
                  </a:lnTo>
                  <a:lnTo>
                    <a:pt x="419100" y="800112"/>
                  </a:lnTo>
                  <a:lnTo>
                    <a:pt x="409956" y="838212"/>
                  </a:lnTo>
                  <a:lnTo>
                    <a:pt x="399288" y="838212"/>
                  </a:lnTo>
                  <a:lnTo>
                    <a:pt x="371856" y="914412"/>
                  </a:lnTo>
                  <a:lnTo>
                    <a:pt x="361188" y="914412"/>
                  </a:lnTo>
                  <a:lnTo>
                    <a:pt x="333756" y="965212"/>
                  </a:lnTo>
                  <a:lnTo>
                    <a:pt x="326136" y="990612"/>
                  </a:lnTo>
                  <a:lnTo>
                    <a:pt x="307835" y="1028712"/>
                  </a:lnTo>
                  <a:lnTo>
                    <a:pt x="300228" y="1041412"/>
                  </a:lnTo>
                  <a:lnTo>
                    <a:pt x="291071" y="1066812"/>
                  </a:lnTo>
                  <a:lnTo>
                    <a:pt x="283464" y="1079512"/>
                  </a:lnTo>
                  <a:lnTo>
                    <a:pt x="274320" y="1104912"/>
                  </a:lnTo>
                  <a:lnTo>
                    <a:pt x="259067" y="1143012"/>
                  </a:lnTo>
                  <a:lnTo>
                    <a:pt x="249936" y="1155712"/>
                  </a:lnTo>
                  <a:lnTo>
                    <a:pt x="227076" y="1219212"/>
                  </a:lnTo>
                  <a:lnTo>
                    <a:pt x="220967" y="1231912"/>
                  </a:lnTo>
                  <a:lnTo>
                    <a:pt x="198120" y="1295412"/>
                  </a:lnTo>
                  <a:lnTo>
                    <a:pt x="192024" y="1308112"/>
                  </a:lnTo>
                  <a:lnTo>
                    <a:pt x="184404" y="1333512"/>
                  </a:lnTo>
                  <a:lnTo>
                    <a:pt x="172199" y="1371612"/>
                  </a:lnTo>
                  <a:lnTo>
                    <a:pt x="164592" y="1397012"/>
                  </a:lnTo>
                  <a:lnTo>
                    <a:pt x="128003" y="1511312"/>
                  </a:lnTo>
                  <a:lnTo>
                    <a:pt x="123444" y="1524012"/>
                  </a:lnTo>
                  <a:lnTo>
                    <a:pt x="117348" y="1562112"/>
                  </a:lnTo>
                  <a:lnTo>
                    <a:pt x="111252" y="1574812"/>
                  </a:lnTo>
                  <a:lnTo>
                    <a:pt x="96012" y="1638312"/>
                  </a:lnTo>
                  <a:lnTo>
                    <a:pt x="91440" y="1651012"/>
                  </a:lnTo>
                  <a:lnTo>
                    <a:pt x="86868" y="1676412"/>
                  </a:lnTo>
                  <a:lnTo>
                    <a:pt x="64008" y="1778012"/>
                  </a:lnTo>
                  <a:lnTo>
                    <a:pt x="53340" y="1841512"/>
                  </a:lnTo>
                  <a:lnTo>
                    <a:pt x="48768" y="1866912"/>
                  </a:lnTo>
                  <a:lnTo>
                    <a:pt x="42672" y="1905012"/>
                  </a:lnTo>
                  <a:lnTo>
                    <a:pt x="38100" y="1930412"/>
                  </a:lnTo>
                  <a:lnTo>
                    <a:pt x="32004" y="1968512"/>
                  </a:lnTo>
                  <a:lnTo>
                    <a:pt x="16764" y="2095512"/>
                  </a:lnTo>
                  <a:lnTo>
                    <a:pt x="13716" y="2133612"/>
                  </a:lnTo>
                  <a:lnTo>
                    <a:pt x="10668" y="2159012"/>
                  </a:lnTo>
                  <a:lnTo>
                    <a:pt x="7620" y="2209812"/>
                  </a:lnTo>
                  <a:lnTo>
                    <a:pt x="4572" y="2247912"/>
                  </a:lnTo>
                  <a:lnTo>
                    <a:pt x="4572" y="2273312"/>
                  </a:lnTo>
                  <a:lnTo>
                    <a:pt x="1524" y="2311412"/>
                  </a:lnTo>
                  <a:lnTo>
                    <a:pt x="1524" y="2362212"/>
                  </a:lnTo>
                  <a:lnTo>
                    <a:pt x="0" y="2374912"/>
                  </a:lnTo>
                  <a:lnTo>
                    <a:pt x="0" y="2514612"/>
                  </a:lnTo>
                  <a:lnTo>
                    <a:pt x="1524" y="2527312"/>
                  </a:lnTo>
                  <a:lnTo>
                    <a:pt x="1524" y="2578112"/>
                  </a:lnTo>
                  <a:lnTo>
                    <a:pt x="4572" y="2616212"/>
                  </a:lnTo>
                  <a:lnTo>
                    <a:pt x="4572" y="2628912"/>
                  </a:lnTo>
                  <a:lnTo>
                    <a:pt x="6096" y="2667012"/>
                  </a:lnTo>
                  <a:lnTo>
                    <a:pt x="7620" y="2679712"/>
                  </a:lnTo>
                  <a:lnTo>
                    <a:pt x="10668" y="2730512"/>
                  </a:lnTo>
                  <a:lnTo>
                    <a:pt x="13716" y="2743212"/>
                  </a:lnTo>
                  <a:lnTo>
                    <a:pt x="19812" y="2819412"/>
                  </a:lnTo>
                  <a:lnTo>
                    <a:pt x="21336" y="2832112"/>
                  </a:lnTo>
                  <a:lnTo>
                    <a:pt x="30480" y="2895612"/>
                  </a:lnTo>
                  <a:lnTo>
                    <a:pt x="32004" y="2921012"/>
                  </a:lnTo>
                  <a:lnTo>
                    <a:pt x="38100" y="2959112"/>
                  </a:lnTo>
                  <a:lnTo>
                    <a:pt x="42672" y="2971812"/>
                  </a:lnTo>
                  <a:lnTo>
                    <a:pt x="48768" y="3022612"/>
                  </a:lnTo>
                  <a:lnTo>
                    <a:pt x="53340" y="3048012"/>
                  </a:lnTo>
                  <a:lnTo>
                    <a:pt x="56388" y="3060712"/>
                  </a:lnTo>
                  <a:lnTo>
                    <a:pt x="60960" y="3086112"/>
                  </a:lnTo>
                  <a:lnTo>
                    <a:pt x="64008" y="3111512"/>
                  </a:lnTo>
                  <a:lnTo>
                    <a:pt x="86868" y="3200412"/>
                  </a:lnTo>
                  <a:lnTo>
                    <a:pt x="91440" y="3238512"/>
                  </a:lnTo>
                  <a:lnTo>
                    <a:pt x="96012" y="3251212"/>
                  </a:lnTo>
                  <a:lnTo>
                    <a:pt x="111252" y="3314712"/>
                  </a:lnTo>
                  <a:lnTo>
                    <a:pt x="128003" y="3365512"/>
                  </a:lnTo>
                  <a:lnTo>
                    <a:pt x="140208" y="3416312"/>
                  </a:lnTo>
                  <a:lnTo>
                    <a:pt x="164592" y="3492512"/>
                  </a:lnTo>
                  <a:lnTo>
                    <a:pt x="172199" y="3505212"/>
                  </a:lnTo>
                  <a:lnTo>
                    <a:pt x="184404" y="3543312"/>
                  </a:lnTo>
                  <a:lnTo>
                    <a:pt x="192024" y="3568712"/>
                  </a:lnTo>
                  <a:lnTo>
                    <a:pt x="198120" y="3581412"/>
                  </a:lnTo>
                  <a:lnTo>
                    <a:pt x="220967" y="3657612"/>
                  </a:lnTo>
                  <a:lnTo>
                    <a:pt x="227076" y="3657612"/>
                  </a:lnTo>
                  <a:lnTo>
                    <a:pt x="249936" y="3733812"/>
                  </a:lnTo>
                  <a:lnTo>
                    <a:pt x="259067" y="3746512"/>
                  </a:lnTo>
                  <a:lnTo>
                    <a:pt x="274320" y="3784612"/>
                  </a:lnTo>
                  <a:lnTo>
                    <a:pt x="283464" y="3810012"/>
                  </a:lnTo>
                  <a:lnTo>
                    <a:pt x="291071" y="3822712"/>
                  </a:lnTo>
                  <a:lnTo>
                    <a:pt x="300228" y="3848112"/>
                  </a:lnTo>
                  <a:lnTo>
                    <a:pt x="702564" y="3848112"/>
                  </a:lnTo>
                  <a:lnTo>
                    <a:pt x="684276" y="3810012"/>
                  </a:lnTo>
                  <a:lnTo>
                    <a:pt x="685800" y="3810012"/>
                  </a:lnTo>
                  <a:lnTo>
                    <a:pt x="676656" y="3784612"/>
                  </a:lnTo>
                  <a:lnTo>
                    <a:pt x="669036" y="3771912"/>
                  </a:lnTo>
                  <a:lnTo>
                    <a:pt x="659892" y="3759212"/>
                  </a:lnTo>
                  <a:lnTo>
                    <a:pt x="661403" y="3759212"/>
                  </a:lnTo>
                  <a:lnTo>
                    <a:pt x="652272" y="3733812"/>
                  </a:lnTo>
                  <a:lnTo>
                    <a:pt x="645033" y="3733812"/>
                  </a:lnTo>
                  <a:lnTo>
                    <a:pt x="644652" y="3732288"/>
                  </a:lnTo>
                  <a:lnTo>
                    <a:pt x="644652" y="3733812"/>
                  </a:lnTo>
                  <a:lnTo>
                    <a:pt x="598932" y="3619512"/>
                  </a:lnTo>
                  <a:lnTo>
                    <a:pt x="600456" y="3619512"/>
                  </a:lnTo>
                  <a:lnTo>
                    <a:pt x="585203" y="3581412"/>
                  </a:lnTo>
                  <a:lnTo>
                    <a:pt x="579501" y="3581412"/>
                  </a:lnTo>
                  <a:lnTo>
                    <a:pt x="579120" y="3579888"/>
                  </a:lnTo>
                  <a:lnTo>
                    <a:pt x="579120" y="3581412"/>
                  </a:lnTo>
                  <a:lnTo>
                    <a:pt x="571500" y="3556012"/>
                  </a:lnTo>
                  <a:lnTo>
                    <a:pt x="565404" y="3543312"/>
                  </a:lnTo>
                  <a:lnTo>
                    <a:pt x="557771" y="3517912"/>
                  </a:lnTo>
                  <a:lnTo>
                    <a:pt x="559308" y="3517912"/>
                  </a:lnTo>
                  <a:lnTo>
                    <a:pt x="551688" y="3505212"/>
                  </a:lnTo>
                  <a:lnTo>
                    <a:pt x="545592" y="3479812"/>
                  </a:lnTo>
                  <a:lnTo>
                    <a:pt x="533400" y="3454412"/>
                  </a:lnTo>
                  <a:lnTo>
                    <a:pt x="502920" y="3352812"/>
                  </a:lnTo>
                  <a:lnTo>
                    <a:pt x="498335" y="3352812"/>
                  </a:lnTo>
                  <a:lnTo>
                    <a:pt x="486156" y="3314712"/>
                  </a:lnTo>
                  <a:lnTo>
                    <a:pt x="487667" y="3314712"/>
                  </a:lnTo>
                  <a:lnTo>
                    <a:pt x="481571" y="3289312"/>
                  </a:lnTo>
                  <a:lnTo>
                    <a:pt x="476999" y="3276612"/>
                  </a:lnTo>
                  <a:lnTo>
                    <a:pt x="470903" y="3251212"/>
                  </a:lnTo>
                  <a:lnTo>
                    <a:pt x="472440" y="3251212"/>
                  </a:lnTo>
                  <a:lnTo>
                    <a:pt x="466331" y="3238512"/>
                  </a:lnTo>
                  <a:lnTo>
                    <a:pt x="458724" y="3200412"/>
                  </a:lnTo>
                  <a:lnTo>
                    <a:pt x="457200" y="3200412"/>
                  </a:lnTo>
                  <a:lnTo>
                    <a:pt x="434340" y="3111512"/>
                  </a:lnTo>
                  <a:lnTo>
                    <a:pt x="435864" y="3111512"/>
                  </a:lnTo>
                  <a:lnTo>
                    <a:pt x="426720" y="3073412"/>
                  </a:lnTo>
                  <a:lnTo>
                    <a:pt x="423672" y="3048012"/>
                  </a:lnTo>
                  <a:lnTo>
                    <a:pt x="419100" y="3035312"/>
                  </a:lnTo>
                  <a:lnTo>
                    <a:pt x="413004" y="2997212"/>
                  </a:lnTo>
                  <a:lnTo>
                    <a:pt x="394703" y="2895612"/>
                  </a:lnTo>
                  <a:lnTo>
                    <a:pt x="393357" y="2895612"/>
                  </a:lnTo>
                  <a:lnTo>
                    <a:pt x="393192" y="2894076"/>
                  </a:lnTo>
                  <a:lnTo>
                    <a:pt x="393192" y="2895612"/>
                  </a:lnTo>
                  <a:lnTo>
                    <a:pt x="391668" y="2857512"/>
                  </a:lnTo>
                  <a:lnTo>
                    <a:pt x="388785" y="2857512"/>
                  </a:lnTo>
                  <a:lnTo>
                    <a:pt x="388620" y="2855976"/>
                  </a:lnTo>
                  <a:lnTo>
                    <a:pt x="388620" y="2857512"/>
                  </a:lnTo>
                  <a:lnTo>
                    <a:pt x="385572" y="2819412"/>
                  </a:lnTo>
                  <a:lnTo>
                    <a:pt x="384035" y="2819412"/>
                  </a:lnTo>
                  <a:lnTo>
                    <a:pt x="381000" y="2781312"/>
                  </a:lnTo>
                  <a:lnTo>
                    <a:pt x="379476" y="2781312"/>
                  </a:lnTo>
                  <a:lnTo>
                    <a:pt x="379463" y="2780995"/>
                  </a:lnTo>
                  <a:lnTo>
                    <a:pt x="377952" y="2743212"/>
                  </a:lnTo>
                  <a:lnTo>
                    <a:pt x="375056" y="2743212"/>
                  </a:lnTo>
                  <a:lnTo>
                    <a:pt x="374891" y="2741676"/>
                  </a:lnTo>
                  <a:lnTo>
                    <a:pt x="374891" y="2743060"/>
                  </a:lnTo>
                  <a:lnTo>
                    <a:pt x="371856" y="2705112"/>
                  </a:lnTo>
                  <a:lnTo>
                    <a:pt x="370332" y="2667012"/>
                  </a:lnTo>
                  <a:lnTo>
                    <a:pt x="367271" y="2628912"/>
                  </a:lnTo>
                  <a:lnTo>
                    <a:pt x="367271" y="2616212"/>
                  </a:lnTo>
                  <a:lnTo>
                    <a:pt x="364236" y="2578112"/>
                  </a:lnTo>
                  <a:lnTo>
                    <a:pt x="364236" y="2552712"/>
                  </a:lnTo>
                  <a:lnTo>
                    <a:pt x="362699" y="2540012"/>
                  </a:lnTo>
                  <a:lnTo>
                    <a:pt x="362699" y="2501912"/>
                  </a:lnTo>
                  <a:lnTo>
                    <a:pt x="361188" y="2476512"/>
                  </a:lnTo>
                  <a:lnTo>
                    <a:pt x="361188" y="2400312"/>
                  </a:lnTo>
                  <a:lnTo>
                    <a:pt x="362699" y="2387612"/>
                  </a:lnTo>
                  <a:lnTo>
                    <a:pt x="362699" y="2349512"/>
                  </a:lnTo>
                  <a:lnTo>
                    <a:pt x="364236" y="2324112"/>
                  </a:lnTo>
                  <a:lnTo>
                    <a:pt x="364236" y="2298712"/>
                  </a:lnTo>
                  <a:lnTo>
                    <a:pt x="367271" y="2260612"/>
                  </a:lnTo>
                  <a:lnTo>
                    <a:pt x="367271" y="2247912"/>
                  </a:lnTo>
                  <a:lnTo>
                    <a:pt x="370332" y="2209812"/>
                  </a:lnTo>
                  <a:lnTo>
                    <a:pt x="371856" y="2184412"/>
                  </a:lnTo>
                  <a:lnTo>
                    <a:pt x="374904" y="2146312"/>
                  </a:lnTo>
                  <a:lnTo>
                    <a:pt x="377952" y="2133612"/>
                  </a:lnTo>
                  <a:lnTo>
                    <a:pt x="381000" y="2095512"/>
                  </a:lnTo>
                  <a:lnTo>
                    <a:pt x="385572" y="2057412"/>
                  </a:lnTo>
                  <a:lnTo>
                    <a:pt x="391668" y="2019312"/>
                  </a:lnTo>
                  <a:lnTo>
                    <a:pt x="393192" y="1993912"/>
                  </a:lnTo>
                  <a:lnTo>
                    <a:pt x="396240" y="1981212"/>
                  </a:lnTo>
                  <a:lnTo>
                    <a:pt x="397764" y="1981212"/>
                  </a:lnTo>
                  <a:lnTo>
                    <a:pt x="402336" y="1943112"/>
                  </a:lnTo>
                  <a:lnTo>
                    <a:pt x="403860" y="1943112"/>
                  </a:lnTo>
                  <a:lnTo>
                    <a:pt x="405371" y="1917712"/>
                  </a:lnTo>
                  <a:lnTo>
                    <a:pt x="406908" y="1917712"/>
                  </a:lnTo>
                  <a:lnTo>
                    <a:pt x="408432" y="1905012"/>
                  </a:lnTo>
                  <a:lnTo>
                    <a:pt x="413004" y="1892312"/>
                  </a:lnTo>
                  <a:lnTo>
                    <a:pt x="419100" y="1854212"/>
                  </a:lnTo>
                  <a:lnTo>
                    <a:pt x="423672" y="1828812"/>
                  </a:lnTo>
                  <a:lnTo>
                    <a:pt x="435864" y="1778012"/>
                  </a:lnTo>
                  <a:lnTo>
                    <a:pt x="434340" y="1778012"/>
                  </a:lnTo>
                  <a:lnTo>
                    <a:pt x="461772" y="1663712"/>
                  </a:lnTo>
                  <a:lnTo>
                    <a:pt x="463296" y="1663712"/>
                  </a:lnTo>
                  <a:lnTo>
                    <a:pt x="466331" y="1638312"/>
                  </a:lnTo>
                  <a:lnTo>
                    <a:pt x="470903" y="1638312"/>
                  </a:lnTo>
                  <a:lnTo>
                    <a:pt x="476999" y="1612912"/>
                  </a:lnTo>
                  <a:lnTo>
                    <a:pt x="481571" y="1600212"/>
                  </a:lnTo>
                  <a:lnTo>
                    <a:pt x="487667" y="1574812"/>
                  </a:lnTo>
                  <a:lnTo>
                    <a:pt x="486156" y="1574812"/>
                  </a:lnTo>
                  <a:lnTo>
                    <a:pt x="498335" y="1536712"/>
                  </a:lnTo>
                  <a:lnTo>
                    <a:pt x="502920" y="1524012"/>
                  </a:lnTo>
                  <a:lnTo>
                    <a:pt x="509003" y="1498612"/>
                  </a:lnTo>
                  <a:lnTo>
                    <a:pt x="512064" y="1498612"/>
                  </a:lnTo>
                  <a:lnTo>
                    <a:pt x="545592" y="1397012"/>
                  </a:lnTo>
                  <a:lnTo>
                    <a:pt x="548640" y="1397012"/>
                  </a:lnTo>
                  <a:lnTo>
                    <a:pt x="551688" y="1384312"/>
                  </a:lnTo>
                  <a:lnTo>
                    <a:pt x="559308" y="1371612"/>
                  </a:lnTo>
                  <a:lnTo>
                    <a:pt x="557771" y="1371612"/>
                  </a:lnTo>
                  <a:lnTo>
                    <a:pt x="565404" y="1346212"/>
                  </a:lnTo>
                  <a:lnTo>
                    <a:pt x="571500" y="1333512"/>
                  </a:lnTo>
                  <a:lnTo>
                    <a:pt x="579120" y="1308112"/>
                  </a:lnTo>
                  <a:lnTo>
                    <a:pt x="585203" y="1295412"/>
                  </a:lnTo>
                  <a:lnTo>
                    <a:pt x="600456" y="1257312"/>
                  </a:lnTo>
                  <a:lnTo>
                    <a:pt x="598932" y="1257312"/>
                  </a:lnTo>
                  <a:lnTo>
                    <a:pt x="614172" y="1219212"/>
                  </a:lnTo>
                  <a:lnTo>
                    <a:pt x="621792" y="1219212"/>
                  </a:lnTo>
                  <a:lnTo>
                    <a:pt x="644652" y="1155712"/>
                  </a:lnTo>
                  <a:lnTo>
                    <a:pt x="652272" y="1143012"/>
                  </a:lnTo>
                  <a:lnTo>
                    <a:pt x="661403" y="1130312"/>
                  </a:lnTo>
                  <a:lnTo>
                    <a:pt x="659892" y="1130312"/>
                  </a:lnTo>
                  <a:lnTo>
                    <a:pt x="669036" y="1104912"/>
                  </a:lnTo>
                  <a:lnTo>
                    <a:pt x="676656" y="1104912"/>
                  </a:lnTo>
                  <a:lnTo>
                    <a:pt x="676656" y="1117092"/>
                  </a:lnTo>
                  <a:lnTo>
                    <a:pt x="681215" y="1104912"/>
                  </a:lnTo>
                  <a:lnTo>
                    <a:pt x="685800" y="1079512"/>
                  </a:lnTo>
                  <a:lnTo>
                    <a:pt x="684276" y="1079512"/>
                  </a:lnTo>
                  <a:lnTo>
                    <a:pt x="702564" y="1041412"/>
                  </a:lnTo>
                  <a:lnTo>
                    <a:pt x="701040" y="1041412"/>
                  </a:lnTo>
                  <a:lnTo>
                    <a:pt x="719328" y="1028712"/>
                  </a:lnTo>
                  <a:lnTo>
                    <a:pt x="717804" y="1028712"/>
                  </a:lnTo>
                  <a:lnTo>
                    <a:pt x="728472" y="990612"/>
                  </a:lnTo>
                  <a:lnTo>
                    <a:pt x="736092" y="990612"/>
                  </a:lnTo>
                  <a:lnTo>
                    <a:pt x="736092" y="1002792"/>
                  </a:lnTo>
                  <a:lnTo>
                    <a:pt x="740651" y="990612"/>
                  </a:lnTo>
                  <a:lnTo>
                    <a:pt x="763524" y="927112"/>
                  </a:lnTo>
                  <a:lnTo>
                    <a:pt x="768096" y="927112"/>
                  </a:lnTo>
                  <a:lnTo>
                    <a:pt x="790956" y="876312"/>
                  </a:lnTo>
                  <a:lnTo>
                    <a:pt x="800100" y="876312"/>
                  </a:lnTo>
                  <a:lnTo>
                    <a:pt x="810768" y="850912"/>
                  </a:lnTo>
                  <a:lnTo>
                    <a:pt x="809231" y="850912"/>
                  </a:lnTo>
                  <a:lnTo>
                    <a:pt x="819899" y="838212"/>
                  </a:lnTo>
                  <a:lnTo>
                    <a:pt x="829056" y="838212"/>
                  </a:lnTo>
                  <a:lnTo>
                    <a:pt x="839724" y="800112"/>
                  </a:lnTo>
                  <a:lnTo>
                    <a:pt x="838200" y="800112"/>
                  </a:lnTo>
                  <a:lnTo>
                    <a:pt x="870204" y="762012"/>
                  </a:lnTo>
                  <a:lnTo>
                    <a:pt x="868667" y="762012"/>
                  </a:lnTo>
                  <a:lnTo>
                    <a:pt x="890003" y="723912"/>
                  </a:lnTo>
                  <a:lnTo>
                    <a:pt x="899160" y="723912"/>
                  </a:lnTo>
                  <a:lnTo>
                    <a:pt x="911352" y="698512"/>
                  </a:lnTo>
                  <a:lnTo>
                    <a:pt x="909828" y="698512"/>
                  </a:lnTo>
                  <a:lnTo>
                    <a:pt x="920496" y="685812"/>
                  </a:lnTo>
                  <a:lnTo>
                    <a:pt x="941832" y="647712"/>
                  </a:lnTo>
                  <a:lnTo>
                    <a:pt x="952500" y="647712"/>
                  </a:lnTo>
                  <a:lnTo>
                    <a:pt x="964692" y="635012"/>
                  </a:lnTo>
                  <a:lnTo>
                    <a:pt x="963168" y="635012"/>
                  </a:lnTo>
                  <a:lnTo>
                    <a:pt x="975360" y="609612"/>
                  </a:lnTo>
                  <a:lnTo>
                    <a:pt x="986028" y="609612"/>
                  </a:lnTo>
                  <a:lnTo>
                    <a:pt x="996696" y="596912"/>
                  </a:lnTo>
                  <a:lnTo>
                    <a:pt x="1008888" y="571512"/>
                  </a:lnTo>
                  <a:lnTo>
                    <a:pt x="1019556" y="571512"/>
                  </a:lnTo>
                  <a:lnTo>
                    <a:pt x="1031735" y="533412"/>
                  </a:lnTo>
                  <a:lnTo>
                    <a:pt x="1042403" y="533412"/>
                  </a:lnTo>
                  <a:lnTo>
                    <a:pt x="1054608" y="520712"/>
                  </a:lnTo>
                  <a:lnTo>
                    <a:pt x="1057656" y="520712"/>
                  </a:lnTo>
                  <a:lnTo>
                    <a:pt x="1057656" y="0"/>
                  </a:lnTo>
                  <a:close/>
                </a:path>
              </a:pathLst>
            </a:custGeom>
            <a:solidFill>
              <a:srgbClr val="FD621F">
                <a:alpha val="1171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60599" y="3119229"/>
            <a:ext cx="4236720" cy="10153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500" spc="300" b="0" i="1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dirty="0" sz="6500" spc="395" b="0" i="1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dirty="0" sz="6500" spc="525" b="0" i="1">
                <a:solidFill>
                  <a:srgbClr val="181818"/>
                </a:solidFill>
                <a:latin typeface="Trebuchet MS"/>
                <a:cs typeface="Trebuchet MS"/>
              </a:rPr>
              <a:t>y</a:t>
            </a:r>
            <a:r>
              <a:rPr dirty="0" sz="6500" spc="570" b="0" i="1">
                <a:solidFill>
                  <a:srgbClr val="181818"/>
                </a:solidFill>
                <a:latin typeface="Trebuchet MS"/>
                <a:cs typeface="Trebuchet MS"/>
              </a:rPr>
              <a:t>o</a:t>
            </a:r>
            <a:r>
              <a:rPr dirty="0" sz="6500" spc="-35" b="0" i="1">
                <a:solidFill>
                  <a:srgbClr val="181818"/>
                </a:solidFill>
                <a:latin typeface="Trebuchet MS"/>
                <a:cs typeface="Trebuchet MS"/>
              </a:rPr>
              <a:t>u</a:t>
            </a:r>
            <a:endParaRPr sz="6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prasad vajrala</dc:creator>
  <dc:title>fullstack review.pptx</dc:title>
  <dcterms:created xsi:type="dcterms:W3CDTF">2026-04-01T04:43:31Z</dcterms:created>
  <dcterms:modified xsi:type="dcterms:W3CDTF">2026-04-01T04:43:31Z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2026-04-01T00:00:00Z</vt:filetime>
  </property>
  <property fmtid="{D5CDD505-2E9C-101B-9397-08002B2CF9AE}" pid="3" name="LastSaved">
    <vt:filetime>2026-04-01T00:00:00Z</vt:filetime>
  </property>
  <property fmtid="{D5CDD505-2E9C-101B-9397-08002B2CF9AE}" pid="4" name="Producer">
    <vt:lpwstr>Microsoft: Print To PDF</vt:lpwstr>
  </property>
</Properties>
</file>